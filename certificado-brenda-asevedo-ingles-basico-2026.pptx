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 Soares" initials="AS" lastIdx="3" clrIdx="0">
    <p:extLst>
      <p:ext uri="{19B8F6BF-5375-455C-9EA6-DF929625EA0E}">
        <p15:presenceInfo xmlns:p15="http://schemas.microsoft.com/office/powerpoint/2012/main" userId="Alexander Soar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408" y="-4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8T18:45:15.445" idx="1">
    <p:pos x="4824" y="3179"/>
    <p:text>Ano</p:text>
    <p:extLst>
      <p:ext uri="{C676402C-5697-4E1C-873F-D02D1690AC5C}">
        <p15:threadingInfo xmlns:p15="http://schemas.microsoft.com/office/powerpoint/2012/main" timeZoneBias="180"/>
      </p:ext>
    </p:extLst>
  </p:cm>
  <p:cm authorId="1" dt="2026-03-08T18:45:24.649" idx="2">
    <p:pos x="4427" y="3170"/>
    <p:text>Mês</p:text>
    <p:extLst>
      <p:ext uri="{C676402C-5697-4E1C-873F-D02D1690AC5C}">
        <p15:threadingInfo xmlns:p15="http://schemas.microsoft.com/office/powerpoint/2012/main" timeZoneBias="180"/>
      </p:ext>
    </p:extLst>
  </p:cm>
  <p:cm authorId="1" dt="2026-03-08T18:45:31.703" idx="3">
    <p:pos x="4169" y="3161"/>
    <p:text>Dia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37875-B844-4E3B-8F3C-8B74E70BBEE2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4C7D7-C1AB-4879-AF88-73C775A68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84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4C7D7-C1AB-4879-AF88-73C775A68C9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882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31F2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31F2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31F2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31F2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3876" y="2455568"/>
            <a:ext cx="5077459" cy="591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31F2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63" Type="http://schemas.openxmlformats.org/officeDocument/2006/relationships/image" Target="../media/image61.png"/><Relationship Id="rId84" Type="http://schemas.openxmlformats.org/officeDocument/2006/relationships/image" Target="../media/image82.png"/><Relationship Id="rId138" Type="http://schemas.openxmlformats.org/officeDocument/2006/relationships/image" Target="../media/image136.png"/><Relationship Id="rId159" Type="http://schemas.openxmlformats.org/officeDocument/2006/relationships/image" Target="../media/image157.png"/><Relationship Id="rId170" Type="http://schemas.openxmlformats.org/officeDocument/2006/relationships/image" Target="../media/image168.png"/><Relationship Id="rId191" Type="http://schemas.openxmlformats.org/officeDocument/2006/relationships/image" Target="../media/image189.png"/><Relationship Id="rId205" Type="http://schemas.openxmlformats.org/officeDocument/2006/relationships/image" Target="../media/image203.png"/><Relationship Id="rId226" Type="http://schemas.openxmlformats.org/officeDocument/2006/relationships/image" Target="../media/image224.pn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53" Type="http://schemas.openxmlformats.org/officeDocument/2006/relationships/image" Target="../media/image51.png"/><Relationship Id="rId74" Type="http://schemas.openxmlformats.org/officeDocument/2006/relationships/image" Target="../media/image72.png"/><Relationship Id="rId128" Type="http://schemas.openxmlformats.org/officeDocument/2006/relationships/image" Target="../media/image126.pn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181" Type="http://schemas.openxmlformats.org/officeDocument/2006/relationships/image" Target="../media/image179.png"/><Relationship Id="rId216" Type="http://schemas.openxmlformats.org/officeDocument/2006/relationships/image" Target="../media/image214.png"/><Relationship Id="rId22" Type="http://schemas.openxmlformats.org/officeDocument/2006/relationships/image" Target="../media/image20.png"/><Relationship Id="rId43" Type="http://schemas.openxmlformats.org/officeDocument/2006/relationships/image" Target="../media/image41.png"/><Relationship Id="rId64" Type="http://schemas.openxmlformats.org/officeDocument/2006/relationships/image" Target="../media/image62.png"/><Relationship Id="rId118" Type="http://schemas.openxmlformats.org/officeDocument/2006/relationships/image" Target="../media/image116.pn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71" Type="http://schemas.openxmlformats.org/officeDocument/2006/relationships/image" Target="../media/image169.png"/><Relationship Id="rId192" Type="http://schemas.openxmlformats.org/officeDocument/2006/relationships/image" Target="../media/image190.png"/><Relationship Id="rId206" Type="http://schemas.openxmlformats.org/officeDocument/2006/relationships/image" Target="../media/image204.png"/><Relationship Id="rId227" Type="http://schemas.openxmlformats.org/officeDocument/2006/relationships/image" Target="../media/image225.png"/><Relationship Id="rId12" Type="http://schemas.openxmlformats.org/officeDocument/2006/relationships/image" Target="../media/image10.png"/><Relationship Id="rId33" Type="http://schemas.openxmlformats.org/officeDocument/2006/relationships/image" Target="../media/image31.png"/><Relationship Id="rId108" Type="http://schemas.openxmlformats.org/officeDocument/2006/relationships/image" Target="../media/image106.png"/><Relationship Id="rId129" Type="http://schemas.openxmlformats.org/officeDocument/2006/relationships/image" Target="../media/image127.png"/><Relationship Id="rId54" Type="http://schemas.openxmlformats.org/officeDocument/2006/relationships/image" Target="../media/image52.png"/><Relationship Id="rId75" Type="http://schemas.openxmlformats.org/officeDocument/2006/relationships/image" Target="../media/image73.png"/><Relationship Id="rId96" Type="http://schemas.openxmlformats.org/officeDocument/2006/relationships/image" Target="../media/image94.png"/><Relationship Id="rId140" Type="http://schemas.openxmlformats.org/officeDocument/2006/relationships/image" Target="../media/image138.png"/><Relationship Id="rId161" Type="http://schemas.openxmlformats.org/officeDocument/2006/relationships/image" Target="../media/image159.png"/><Relationship Id="rId182" Type="http://schemas.openxmlformats.org/officeDocument/2006/relationships/image" Target="../media/image180.png"/><Relationship Id="rId217" Type="http://schemas.openxmlformats.org/officeDocument/2006/relationships/image" Target="../media/image215.png"/><Relationship Id="rId6" Type="http://schemas.openxmlformats.org/officeDocument/2006/relationships/image" Target="../media/image4.pn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44" Type="http://schemas.openxmlformats.org/officeDocument/2006/relationships/image" Target="../media/image42.png"/><Relationship Id="rId65" Type="http://schemas.openxmlformats.org/officeDocument/2006/relationships/image" Target="../media/image63.png"/><Relationship Id="rId86" Type="http://schemas.openxmlformats.org/officeDocument/2006/relationships/image" Target="../media/image84.png"/><Relationship Id="rId130" Type="http://schemas.openxmlformats.org/officeDocument/2006/relationships/image" Target="../media/image128.png"/><Relationship Id="rId151" Type="http://schemas.openxmlformats.org/officeDocument/2006/relationships/image" Target="../media/image149.png"/><Relationship Id="rId172" Type="http://schemas.openxmlformats.org/officeDocument/2006/relationships/image" Target="../media/image170.png"/><Relationship Id="rId193" Type="http://schemas.openxmlformats.org/officeDocument/2006/relationships/image" Target="../media/image191.png"/><Relationship Id="rId207" Type="http://schemas.openxmlformats.org/officeDocument/2006/relationships/image" Target="../media/image205.png"/><Relationship Id="rId228" Type="http://schemas.openxmlformats.org/officeDocument/2006/relationships/image" Target="../media/image226.png"/><Relationship Id="rId13" Type="http://schemas.openxmlformats.org/officeDocument/2006/relationships/image" Target="../media/image11.png"/><Relationship Id="rId109" Type="http://schemas.openxmlformats.org/officeDocument/2006/relationships/image" Target="../media/image107.png"/><Relationship Id="rId34" Type="http://schemas.openxmlformats.org/officeDocument/2006/relationships/image" Target="../media/image32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20" Type="http://schemas.openxmlformats.org/officeDocument/2006/relationships/image" Target="../media/image118.png"/><Relationship Id="rId141" Type="http://schemas.openxmlformats.org/officeDocument/2006/relationships/image" Target="../media/image139.png"/><Relationship Id="rId7" Type="http://schemas.openxmlformats.org/officeDocument/2006/relationships/image" Target="../media/image5.png"/><Relationship Id="rId162" Type="http://schemas.openxmlformats.org/officeDocument/2006/relationships/image" Target="../media/image160.png"/><Relationship Id="rId183" Type="http://schemas.openxmlformats.org/officeDocument/2006/relationships/image" Target="../media/image181.png"/><Relationship Id="rId218" Type="http://schemas.openxmlformats.org/officeDocument/2006/relationships/image" Target="../media/image216.png"/><Relationship Id="rId24" Type="http://schemas.openxmlformats.org/officeDocument/2006/relationships/image" Target="../media/image22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131" Type="http://schemas.openxmlformats.org/officeDocument/2006/relationships/image" Target="../media/image129.png"/><Relationship Id="rId152" Type="http://schemas.openxmlformats.org/officeDocument/2006/relationships/image" Target="../media/image150.png"/><Relationship Id="rId173" Type="http://schemas.openxmlformats.org/officeDocument/2006/relationships/image" Target="../media/image171.png"/><Relationship Id="rId194" Type="http://schemas.openxmlformats.org/officeDocument/2006/relationships/image" Target="../media/image192.png"/><Relationship Id="rId208" Type="http://schemas.openxmlformats.org/officeDocument/2006/relationships/image" Target="../media/image206.png"/><Relationship Id="rId229" Type="http://schemas.openxmlformats.org/officeDocument/2006/relationships/comments" Target="../comments/comment1.xml"/><Relationship Id="rId14" Type="http://schemas.openxmlformats.org/officeDocument/2006/relationships/image" Target="../media/image12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8" Type="http://schemas.openxmlformats.org/officeDocument/2006/relationships/image" Target="../media/image6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142" Type="http://schemas.openxmlformats.org/officeDocument/2006/relationships/image" Target="../media/image140.png"/><Relationship Id="rId163" Type="http://schemas.openxmlformats.org/officeDocument/2006/relationships/image" Target="../media/image161.png"/><Relationship Id="rId184" Type="http://schemas.openxmlformats.org/officeDocument/2006/relationships/image" Target="../media/image182.png"/><Relationship Id="rId219" Type="http://schemas.openxmlformats.org/officeDocument/2006/relationships/image" Target="../media/image217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Relationship Id="rId116" Type="http://schemas.openxmlformats.org/officeDocument/2006/relationships/image" Target="../media/image114.pn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32" Type="http://schemas.openxmlformats.org/officeDocument/2006/relationships/image" Target="../media/image130.png"/><Relationship Id="rId153" Type="http://schemas.openxmlformats.org/officeDocument/2006/relationships/image" Target="../media/image151.png"/><Relationship Id="rId174" Type="http://schemas.openxmlformats.org/officeDocument/2006/relationships/image" Target="../media/image172.png"/><Relationship Id="rId179" Type="http://schemas.openxmlformats.org/officeDocument/2006/relationships/image" Target="../media/image177.png"/><Relationship Id="rId195" Type="http://schemas.openxmlformats.org/officeDocument/2006/relationships/image" Target="../media/image193.png"/><Relationship Id="rId209" Type="http://schemas.openxmlformats.org/officeDocument/2006/relationships/image" Target="../media/image207.png"/><Relationship Id="rId190" Type="http://schemas.openxmlformats.org/officeDocument/2006/relationships/image" Target="../media/image188.png"/><Relationship Id="rId204" Type="http://schemas.openxmlformats.org/officeDocument/2006/relationships/image" Target="../media/image202.png"/><Relationship Id="rId220" Type="http://schemas.openxmlformats.org/officeDocument/2006/relationships/image" Target="../media/image218.png"/><Relationship Id="rId225" Type="http://schemas.openxmlformats.org/officeDocument/2006/relationships/image" Target="../media/image223.png"/><Relationship Id="rId15" Type="http://schemas.openxmlformats.org/officeDocument/2006/relationships/image" Target="../media/image13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png"/><Relationship Id="rId143" Type="http://schemas.openxmlformats.org/officeDocument/2006/relationships/image" Target="../media/image141.png"/><Relationship Id="rId148" Type="http://schemas.openxmlformats.org/officeDocument/2006/relationships/image" Target="../media/image146.png"/><Relationship Id="rId164" Type="http://schemas.openxmlformats.org/officeDocument/2006/relationships/image" Target="../media/image162.png"/><Relationship Id="rId169" Type="http://schemas.openxmlformats.org/officeDocument/2006/relationships/image" Target="../media/image167.png"/><Relationship Id="rId185" Type="http://schemas.openxmlformats.org/officeDocument/2006/relationships/image" Target="../media/image18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80" Type="http://schemas.openxmlformats.org/officeDocument/2006/relationships/image" Target="../media/image178.png"/><Relationship Id="rId210" Type="http://schemas.openxmlformats.org/officeDocument/2006/relationships/image" Target="../media/image208.png"/><Relationship Id="rId215" Type="http://schemas.openxmlformats.org/officeDocument/2006/relationships/image" Target="../media/image213.png"/><Relationship Id="rId26" Type="http://schemas.openxmlformats.org/officeDocument/2006/relationships/image" Target="../media/image24.png"/><Relationship Id="rId47" Type="http://schemas.openxmlformats.org/officeDocument/2006/relationships/image" Target="../media/image45.png"/><Relationship Id="rId68" Type="http://schemas.openxmlformats.org/officeDocument/2006/relationships/image" Target="../media/image66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96" Type="http://schemas.openxmlformats.org/officeDocument/2006/relationships/image" Target="../media/image194.png"/><Relationship Id="rId200" Type="http://schemas.openxmlformats.org/officeDocument/2006/relationships/image" Target="../media/image198.png"/><Relationship Id="rId16" Type="http://schemas.openxmlformats.org/officeDocument/2006/relationships/image" Target="../media/image14.png"/><Relationship Id="rId221" Type="http://schemas.openxmlformats.org/officeDocument/2006/relationships/image" Target="../media/image219.png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44" Type="http://schemas.openxmlformats.org/officeDocument/2006/relationships/image" Target="../media/image142.png"/><Relationship Id="rId90" Type="http://schemas.openxmlformats.org/officeDocument/2006/relationships/image" Target="../media/image88.png"/><Relationship Id="rId165" Type="http://schemas.openxmlformats.org/officeDocument/2006/relationships/image" Target="../media/image163.png"/><Relationship Id="rId186" Type="http://schemas.openxmlformats.org/officeDocument/2006/relationships/image" Target="../media/image184.png"/><Relationship Id="rId211" Type="http://schemas.openxmlformats.org/officeDocument/2006/relationships/image" Target="../media/image209.png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png"/><Relationship Id="rId80" Type="http://schemas.openxmlformats.org/officeDocument/2006/relationships/image" Target="../media/image78.png"/><Relationship Id="rId155" Type="http://schemas.openxmlformats.org/officeDocument/2006/relationships/image" Target="../media/image153.png"/><Relationship Id="rId176" Type="http://schemas.openxmlformats.org/officeDocument/2006/relationships/image" Target="../media/image174.png"/><Relationship Id="rId197" Type="http://schemas.openxmlformats.org/officeDocument/2006/relationships/image" Target="../media/image195.png"/><Relationship Id="rId201" Type="http://schemas.openxmlformats.org/officeDocument/2006/relationships/image" Target="../media/image199.png"/><Relationship Id="rId222" Type="http://schemas.openxmlformats.org/officeDocument/2006/relationships/image" Target="../media/image220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png"/><Relationship Id="rId70" Type="http://schemas.openxmlformats.org/officeDocument/2006/relationships/image" Target="../media/image68.pn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png"/><Relationship Id="rId187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10.png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60" Type="http://schemas.openxmlformats.org/officeDocument/2006/relationships/image" Target="../media/image58.png"/><Relationship Id="rId81" Type="http://schemas.openxmlformats.org/officeDocument/2006/relationships/image" Target="../media/image79.png"/><Relationship Id="rId135" Type="http://schemas.openxmlformats.org/officeDocument/2006/relationships/image" Target="../media/image133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98" Type="http://schemas.openxmlformats.org/officeDocument/2006/relationships/image" Target="../media/image196.png"/><Relationship Id="rId202" Type="http://schemas.openxmlformats.org/officeDocument/2006/relationships/image" Target="../media/image200.png"/><Relationship Id="rId223" Type="http://schemas.openxmlformats.org/officeDocument/2006/relationships/image" Target="../media/image22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50" Type="http://schemas.openxmlformats.org/officeDocument/2006/relationships/image" Target="../media/image48.png"/><Relationship Id="rId104" Type="http://schemas.openxmlformats.org/officeDocument/2006/relationships/image" Target="../media/image102.png"/><Relationship Id="rId125" Type="http://schemas.openxmlformats.org/officeDocument/2006/relationships/image" Target="../media/image123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188" Type="http://schemas.openxmlformats.org/officeDocument/2006/relationships/image" Target="../media/image186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13" Type="http://schemas.openxmlformats.org/officeDocument/2006/relationships/image" Target="../media/image211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40" Type="http://schemas.openxmlformats.org/officeDocument/2006/relationships/image" Target="../media/image38.png"/><Relationship Id="rId115" Type="http://schemas.openxmlformats.org/officeDocument/2006/relationships/image" Target="../media/image113.png"/><Relationship Id="rId136" Type="http://schemas.openxmlformats.org/officeDocument/2006/relationships/image" Target="../media/image134.png"/><Relationship Id="rId157" Type="http://schemas.openxmlformats.org/officeDocument/2006/relationships/image" Target="../media/image155.png"/><Relationship Id="rId178" Type="http://schemas.openxmlformats.org/officeDocument/2006/relationships/image" Target="../media/image176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9" Type="http://schemas.openxmlformats.org/officeDocument/2006/relationships/image" Target="../media/image197.png"/><Relationship Id="rId203" Type="http://schemas.openxmlformats.org/officeDocument/2006/relationships/image" Target="../media/image201.png"/><Relationship Id="rId19" Type="http://schemas.openxmlformats.org/officeDocument/2006/relationships/image" Target="../media/image17.png"/><Relationship Id="rId224" Type="http://schemas.openxmlformats.org/officeDocument/2006/relationships/image" Target="../media/image222.png"/><Relationship Id="rId30" Type="http://schemas.openxmlformats.org/officeDocument/2006/relationships/image" Target="../media/image2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147" Type="http://schemas.openxmlformats.org/officeDocument/2006/relationships/image" Target="../media/image145.png"/><Relationship Id="rId168" Type="http://schemas.openxmlformats.org/officeDocument/2006/relationships/image" Target="../media/image16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189" Type="http://schemas.openxmlformats.org/officeDocument/2006/relationships/image" Target="../media/image187.png"/><Relationship Id="rId3" Type="http://schemas.openxmlformats.org/officeDocument/2006/relationships/image" Target="../media/image1.png"/><Relationship Id="rId214" Type="http://schemas.openxmlformats.org/officeDocument/2006/relationships/image" Target="../media/image2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55" y="6472"/>
            <a:ext cx="10678795" cy="7542530"/>
            <a:chOff x="13755" y="6472"/>
            <a:chExt cx="10678795" cy="754253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5" y="75192"/>
              <a:ext cx="10678245" cy="52063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5" y="1973679"/>
              <a:ext cx="10678245" cy="5575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55" y="1910179"/>
              <a:ext cx="211842" cy="2984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597" y="200015"/>
              <a:ext cx="282895" cy="46091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3477" y="1603803"/>
              <a:ext cx="3556712" cy="57516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5597" y="5108424"/>
              <a:ext cx="6677117" cy="22469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0755" y="7449508"/>
              <a:ext cx="159694" cy="994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80803" y="7316777"/>
              <a:ext cx="172079" cy="1175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13067" y="7176024"/>
              <a:ext cx="170614" cy="1259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47698" y="7027350"/>
              <a:ext cx="168868" cy="1341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83632" y="6869757"/>
              <a:ext cx="168026" cy="1432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23968" y="6705651"/>
              <a:ext cx="165531" cy="1513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7026" y="6534820"/>
              <a:ext cx="156315" cy="1526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13165" y="6357603"/>
              <a:ext cx="154321" cy="1605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62718" y="6174650"/>
              <a:ext cx="151370" cy="1670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473" y="6041548"/>
              <a:ext cx="115124" cy="13432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5597" y="5801730"/>
              <a:ext cx="245261" cy="2587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18124" y="5989561"/>
              <a:ext cx="153694" cy="17943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72511" y="5793742"/>
              <a:ext cx="147643" cy="18128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5576" y="5672034"/>
              <a:ext cx="132458" cy="12269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88591" y="3918655"/>
              <a:ext cx="3790682" cy="18669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2780" y="5544255"/>
              <a:ext cx="141000" cy="127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9824" y="5277555"/>
              <a:ext cx="285479" cy="254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11571" y="5010855"/>
              <a:ext cx="298277" cy="254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05029" y="4883855"/>
              <a:ext cx="151851" cy="114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53464" y="4769555"/>
              <a:ext cx="149997" cy="101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00200" y="4655255"/>
              <a:ext cx="149108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49298" y="4452055"/>
              <a:ext cx="301092" cy="1905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46135" y="4363155"/>
              <a:ext cx="146556" cy="76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19913" y="7532665"/>
              <a:ext cx="49889" cy="1631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0803" y="7292566"/>
              <a:ext cx="346557" cy="2233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99465" y="7160209"/>
              <a:ext cx="173167" cy="11731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830398" y="7019697"/>
              <a:ext cx="172162" cy="12584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662520" y="6870049"/>
              <a:ext cx="171803" cy="1352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98784" y="6713640"/>
              <a:ext cx="169495" cy="14333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37929" y="6549940"/>
              <a:ext cx="162247" cy="14501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180019" y="6379307"/>
              <a:ext cx="158536" cy="15358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025450" y="6202543"/>
              <a:ext cx="155620" cy="16066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876848" y="6023238"/>
              <a:ext cx="157946" cy="17324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726365" y="5832003"/>
              <a:ext cx="152100" cy="17627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755" y="5753062"/>
              <a:ext cx="233798" cy="23084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033068" y="4020744"/>
              <a:ext cx="3700341" cy="18034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586894" y="4541444"/>
              <a:ext cx="155895" cy="889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738652" y="4376344"/>
              <a:ext cx="298432" cy="1524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42258" y="5620914"/>
              <a:ext cx="144477" cy="12608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81445" y="5485675"/>
              <a:ext cx="151163" cy="1297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28901" y="5352504"/>
              <a:ext cx="151423" cy="12649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76720" y="5222306"/>
              <a:ext cx="152716" cy="12352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25832" y="5096300"/>
              <a:ext cx="153230" cy="11916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77303" y="4969842"/>
              <a:ext cx="158327" cy="1177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30371" y="4853206"/>
              <a:ext cx="156754" cy="11007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83748" y="4743504"/>
              <a:ext cx="153669" cy="10082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434214" y="4641292"/>
              <a:ext cx="152053" cy="9196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317442" y="7483052"/>
              <a:ext cx="152985" cy="6592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115986" y="7355411"/>
              <a:ext cx="208922" cy="11335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962742" y="7261188"/>
              <a:ext cx="173167" cy="9422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787954" y="7137550"/>
              <a:ext cx="181839" cy="10942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615175" y="7005600"/>
              <a:ext cx="179665" cy="11777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442801" y="6863813"/>
              <a:ext cx="179002" cy="12757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275485" y="6716171"/>
              <a:ext cx="175619" cy="13506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110409" y="6559927"/>
              <a:ext cx="165567" cy="13691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948205" y="6396482"/>
              <a:ext cx="163489" cy="14600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789217" y="6226430"/>
              <a:ext cx="160369" cy="15370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636326" y="6053464"/>
              <a:ext cx="162521" cy="16640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480621" y="5867527"/>
              <a:ext cx="156909" cy="17058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578258" y="4123519"/>
              <a:ext cx="3909703" cy="173642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755" y="5700877"/>
              <a:ext cx="11249" cy="1278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9792" y="5511445"/>
              <a:ext cx="205804" cy="18329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36019" y="5435336"/>
              <a:ext cx="94614" cy="8425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27278" y="5306370"/>
              <a:ext cx="159034" cy="12253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83005" y="5181710"/>
              <a:ext cx="159166" cy="11802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38816" y="5062334"/>
              <a:ext cx="158691" cy="11237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96442" y="4943214"/>
              <a:ext cx="163407" cy="10978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54284" y="4834730"/>
              <a:ext cx="161589" cy="10155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12659" y="4733830"/>
              <a:ext cx="157251" cy="9106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66887" y="4640722"/>
              <a:ext cx="154483" cy="8144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423216" y="4548171"/>
              <a:ext cx="158965" cy="7636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323278" y="7526764"/>
              <a:ext cx="63489" cy="2221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933484" y="7327634"/>
              <a:ext cx="396553" cy="18463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754654" y="7222099"/>
              <a:ext cx="185752" cy="9143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576739" y="7107685"/>
              <a:ext cx="184665" cy="10028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400415" y="6984661"/>
              <a:ext cx="182915" cy="10897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223914" y="6851573"/>
              <a:ext cx="182833" cy="11900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052460" y="6712329"/>
              <a:ext cx="179751" cy="12686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883310" y="6564967"/>
              <a:ext cx="169197" cy="12835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716687" y="6409011"/>
              <a:ext cx="167629" cy="13768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553162" y="6246298"/>
              <a:ext cx="164529" cy="14600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5395841" y="6080219"/>
              <a:ext cx="166773" cy="15886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5234759" y="5900263"/>
              <a:ext cx="161579" cy="16418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733806" y="4227368"/>
              <a:ext cx="3508460" cy="166551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755" y="5385682"/>
              <a:ext cx="115149" cy="9315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6891465" y="7350209"/>
              <a:ext cx="545320" cy="19877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724475" y="7269375"/>
              <a:ext cx="174409" cy="67061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545981" y="7174745"/>
              <a:ext cx="185541" cy="8083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3755" y="5220799"/>
              <a:ext cx="278723" cy="15878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6365819" y="7070281"/>
              <a:ext cx="186871" cy="90622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186232" y="6956723"/>
              <a:ext cx="186172" cy="99679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005740" y="6832760"/>
              <a:ext cx="186792" cy="11007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830361" y="6702541"/>
              <a:ext cx="183884" cy="11809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657408" y="6564236"/>
              <a:ext cx="172503" cy="11957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485834" y="6416675"/>
              <a:ext cx="171583" cy="12908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317675" y="6261824"/>
              <a:ext cx="168868" cy="13764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155898" y="6103327"/>
              <a:ext cx="171161" cy="150624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4989196" y="5930034"/>
              <a:ext cx="166536" cy="157151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428343" y="4329626"/>
              <a:ext cx="3568697" cy="159316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0115658" y="7439716"/>
              <a:ext cx="576342" cy="109263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3755" y="5081226"/>
              <a:ext cx="250578" cy="13321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906009" y="7355411"/>
              <a:ext cx="768225" cy="193568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547021" y="7212729"/>
              <a:ext cx="405842" cy="142681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6357473" y="7124731"/>
              <a:ext cx="196387" cy="7430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169514" y="7028337"/>
              <a:ext cx="194590" cy="8271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983264" y="6923383"/>
              <a:ext cx="192628" cy="9127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796356" y="6808269"/>
              <a:ext cx="193042" cy="101433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615316" y="6687014"/>
              <a:ext cx="189712" cy="10932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436229" y="6557266"/>
              <a:ext cx="177833" cy="11122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5259503" y="6419299"/>
              <a:ext cx="176644" cy="120107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5085579" y="6272844"/>
              <a:ext cx="174114" cy="12866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918333" y="6122454"/>
              <a:ext cx="176451" cy="14165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745048" y="5956628"/>
              <a:ext cx="172327" cy="14932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086015" y="4427832"/>
              <a:ext cx="3667079" cy="152166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3755" y="4973766"/>
              <a:ext cx="227808" cy="10024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046495" y="7355411"/>
              <a:ext cx="2953645" cy="153827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9927698" y="7193558"/>
              <a:ext cx="764302" cy="161852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157673" y="7063894"/>
              <a:ext cx="958312" cy="291517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5965092" y="6977008"/>
              <a:ext cx="198960" cy="7332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5774208" y="6881764"/>
              <a:ext cx="197225" cy="81809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5582170" y="6776312"/>
              <a:ext cx="198089" cy="91969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5396633" y="6664845"/>
              <a:ext cx="194590" cy="99832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5212760" y="6544738"/>
              <a:ext cx="181745" cy="101761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5030967" y="6416179"/>
              <a:ext cx="181222" cy="11094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4851925" y="6279476"/>
              <a:ext cx="179390" cy="11926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4679691" y="6137815"/>
              <a:ext cx="181484" cy="131871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4500237" y="5980258"/>
              <a:ext cx="177692" cy="140684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749653" y="4527067"/>
              <a:ext cx="3758749" cy="1446063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5761756" y="6918018"/>
              <a:ext cx="4708011" cy="427151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0469768" y="6939803"/>
              <a:ext cx="222232" cy="70754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7834924" y="7345170"/>
              <a:ext cx="401731" cy="2821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566207" y="6832760"/>
              <a:ext cx="201927" cy="71986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368532" y="6737155"/>
              <a:ext cx="203644" cy="82299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3755" y="4840470"/>
              <a:ext cx="211842" cy="122403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5178621" y="6636002"/>
              <a:ext cx="199788" cy="89960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4989906" y="6526090"/>
              <a:ext cx="185256" cy="91645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4802994" y="6407618"/>
              <a:ext cx="185411" cy="101062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4618842" y="6281160"/>
              <a:ext cx="183312" cy="109296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4441334" y="6149080"/>
              <a:ext cx="185997" cy="121431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4255415" y="6000627"/>
              <a:ext cx="183366" cy="13120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396981" y="4624539"/>
              <a:ext cx="3866894" cy="1368877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5359492" y="6742147"/>
              <a:ext cx="5110275" cy="44562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0469768" y="6680533"/>
              <a:ext cx="222232" cy="75049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5155106" y="6690484"/>
              <a:ext cx="210049" cy="72392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4961358" y="6600279"/>
              <a:ext cx="205376" cy="79686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4767854" y="6501146"/>
              <a:ext cx="188207" cy="80740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4575683" y="6393325"/>
              <a:ext cx="189665" cy="90576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4385974" y="6277351"/>
              <a:ext cx="188243" cy="99086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4203471" y="6156129"/>
              <a:ext cx="190926" cy="110444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4010842" y="6017662"/>
              <a:ext cx="189429" cy="120769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51473" y="4718272"/>
              <a:ext cx="3968042" cy="129193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4939426" y="6482806"/>
              <a:ext cx="5530342" cy="544830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0469768" y="6417906"/>
              <a:ext cx="222232" cy="78200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4744717" y="6557395"/>
              <a:ext cx="211971" cy="6918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4546710" y="6469607"/>
              <a:ext cx="189381" cy="6886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4349286" y="6373083"/>
              <a:ext cx="193466" cy="79311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4153997" y="6268421"/>
              <a:ext cx="192959" cy="88033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3966198" y="6158836"/>
              <a:ext cx="195926" cy="986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3766576" y="6031260"/>
              <a:ext cx="195334" cy="109341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3755" y="4805852"/>
              <a:ext cx="3761611" cy="1217627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4536914" y="6221564"/>
              <a:ext cx="5932853" cy="64896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0469768" y="6153796"/>
              <a:ext cx="222232" cy="80625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4330663" y="6432120"/>
              <a:ext cx="177573" cy="5304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4126064" y="6347073"/>
              <a:ext cx="193254" cy="66653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3924014" y="6254207"/>
              <a:ext cx="195832" cy="76024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730216" y="6156499"/>
              <a:ext cx="200134" cy="86396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3522712" y="6041340"/>
              <a:ext cx="201383" cy="9730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3755" y="4884469"/>
              <a:ext cx="3517628" cy="1148521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4111729" y="5955441"/>
              <a:ext cx="6358039" cy="760729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0469768" y="5886942"/>
              <a:ext cx="222232" cy="85374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3901211" y="6314418"/>
              <a:ext cx="211310" cy="56901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3693243" y="6234257"/>
              <a:ext cx="207802" cy="64471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3494044" y="6149372"/>
              <a:ext cx="209585" cy="73817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3278702" y="6047772"/>
              <a:ext cx="210107" cy="84272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3755" y="4958207"/>
              <a:ext cx="3275567" cy="1080475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3677281" y="5695261"/>
              <a:ext cx="6792487" cy="869950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0469768" y="5625989"/>
              <a:ext cx="222232" cy="85745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3258935" y="6137409"/>
              <a:ext cx="417517" cy="122407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3034948" y="6050605"/>
              <a:ext cx="217723" cy="69919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3755" y="5063079"/>
              <a:ext cx="3238930" cy="1103908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3234617" y="5438859"/>
              <a:ext cx="7235150" cy="980440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0469768" y="5368726"/>
              <a:ext cx="222232" cy="85900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3755" y="5194494"/>
              <a:ext cx="2788539" cy="843979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10441457" y="5194129"/>
              <a:ext cx="28575" cy="13335"/>
            </a:xfrm>
            <a:custGeom>
              <a:avLst/>
              <a:gdLst/>
              <a:ahLst/>
              <a:cxnLst/>
              <a:rect l="l" t="t" r="r" b="b"/>
              <a:pathLst>
                <a:path w="28575" h="13335">
                  <a:moveTo>
                    <a:pt x="28308" y="0"/>
                  </a:moveTo>
                  <a:lnTo>
                    <a:pt x="0" y="8763"/>
                  </a:lnTo>
                  <a:lnTo>
                    <a:pt x="13601" y="13068"/>
                  </a:lnTo>
                  <a:lnTo>
                    <a:pt x="18986" y="11404"/>
                  </a:lnTo>
                  <a:lnTo>
                    <a:pt x="28308" y="8521"/>
                  </a:lnTo>
                  <a:lnTo>
                    <a:pt x="28308" y="5372"/>
                  </a:lnTo>
                  <a:lnTo>
                    <a:pt x="28308" y="0"/>
                  </a:lnTo>
                  <a:close/>
                </a:path>
              </a:pathLst>
            </a:custGeom>
            <a:solidFill>
              <a:srgbClr val="EC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2548054" y="5190897"/>
              <a:ext cx="7932135" cy="1090300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10480180" y="5124736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90" h="74929">
                  <a:moveTo>
                    <a:pt x="211810" y="8636"/>
                  </a:moveTo>
                  <a:lnTo>
                    <a:pt x="211797" y="0"/>
                  </a:lnTo>
                  <a:lnTo>
                    <a:pt x="189572" y="6997"/>
                  </a:lnTo>
                  <a:lnTo>
                    <a:pt x="100622" y="34886"/>
                  </a:lnTo>
                  <a:lnTo>
                    <a:pt x="5562" y="64439"/>
                  </a:lnTo>
                  <a:lnTo>
                    <a:pt x="0" y="66154"/>
                  </a:lnTo>
                  <a:lnTo>
                    <a:pt x="0" y="68021"/>
                  </a:lnTo>
                  <a:lnTo>
                    <a:pt x="0" y="74676"/>
                  </a:lnTo>
                  <a:lnTo>
                    <a:pt x="75882" y="51155"/>
                  </a:lnTo>
                  <a:lnTo>
                    <a:pt x="166090" y="22987"/>
                  </a:lnTo>
                  <a:lnTo>
                    <a:pt x="211810" y="8636"/>
                  </a:lnTo>
                  <a:close/>
                </a:path>
              </a:pathLst>
            </a:custGeom>
            <a:solidFill>
              <a:srgbClr val="EC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236019" y="5402602"/>
              <a:ext cx="2322483" cy="629856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13755" y="5348278"/>
              <a:ext cx="211842" cy="65051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0037991" y="5005889"/>
              <a:ext cx="233045" cy="76835"/>
            </a:xfrm>
            <a:custGeom>
              <a:avLst/>
              <a:gdLst/>
              <a:ahLst/>
              <a:cxnLst/>
              <a:rect l="l" t="t" r="r" b="b"/>
              <a:pathLst>
                <a:path w="233045" h="76835">
                  <a:moveTo>
                    <a:pt x="232702" y="0"/>
                  </a:moveTo>
                  <a:lnTo>
                    <a:pt x="131775" y="30200"/>
                  </a:lnTo>
                  <a:lnTo>
                    <a:pt x="24333" y="62090"/>
                  </a:lnTo>
                  <a:lnTo>
                    <a:pt x="0" y="69265"/>
                  </a:lnTo>
                  <a:lnTo>
                    <a:pt x="7747" y="71729"/>
                  </a:lnTo>
                  <a:lnTo>
                    <a:pt x="22466" y="76403"/>
                  </a:lnTo>
                  <a:lnTo>
                    <a:pt x="85877" y="57569"/>
                  </a:lnTo>
                  <a:lnTo>
                    <a:pt x="189318" y="26619"/>
                  </a:lnTo>
                  <a:lnTo>
                    <a:pt x="232702" y="0"/>
                  </a:lnTo>
                  <a:close/>
                </a:path>
              </a:pathLst>
            </a:custGeom>
            <a:solidFill>
              <a:srgbClr val="EA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0227310" y="4945590"/>
              <a:ext cx="242570" cy="86995"/>
            </a:xfrm>
            <a:custGeom>
              <a:avLst/>
              <a:gdLst/>
              <a:ahLst/>
              <a:cxnLst/>
              <a:rect l="l" t="t" r="r" b="b"/>
              <a:pathLst>
                <a:path w="242570" h="86995">
                  <a:moveTo>
                    <a:pt x="242455" y="0"/>
                  </a:moveTo>
                  <a:lnTo>
                    <a:pt x="229730" y="3873"/>
                  </a:lnTo>
                  <a:lnTo>
                    <a:pt x="138010" y="31762"/>
                  </a:lnTo>
                  <a:lnTo>
                    <a:pt x="43383" y="60299"/>
                  </a:lnTo>
                  <a:lnTo>
                    <a:pt x="0" y="86918"/>
                  </a:lnTo>
                  <a:lnTo>
                    <a:pt x="98780" y="57137"/>
                  </a:lnTo>
                  <a:lnTo>
                    <a:pt x="192608" y="28625"/>
                  </a:lnTo>
                  <a:lnTo>
                    <a:pt x="242455" y="13398"/>
                  </a:lnTo>
                  <a:lnTo>
                    <a:pt x="242455" y="0"/>
                  </a:lnTo>
                  <a:close/>
                </a:path>
              </a:pathLst>
            </a:custGeom>
            <a:solidFill>
              <a:srgbClr val="EC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2293747" y="5075526"/>
              <a:ext cx="7766719" cy="1082039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10480180" y="4877175"/>
              <a:ext cx="212090" cy="78740"/>
            </a:xfrm>
            <a:custGeom>
              <a:avLst/>
              <a:gdLst/>
              <a:ahLst/>
              <a:cxnLst/>
              <a:rect l="l" t="t" r="r" b="b"/>
              <a:pathLst>
                <a:path w="212090" h="78739">
                  <a:moveTo>
                    <a:pt x="211810" y="7200"/>
                  </a:moveTo>
                  <a:lnTo>
                    <a:pt x="206844" y="10807"/>
                  </a:lnTo>
                  <a:lnTo>
                    <a:pt x="203301" y="13284"/>
                  </a:lnTo>
                  <a:lnTo>
                    <a:pt x="211810" y="7200"/>
                  </a:lnTo>
                  <a:lnTo>
                    <a:pt x="211797" y="0"/>
                  </a:lnTo>
                  <a:lnTo>
                    <a:pt x="147739" y="19824"/>
                  </a:lnTo>
                  <a:lnTo>
                    <a:pt x="64058" y="45593"/>
                  </a:lnTo>
                  <a:lnTo>
                    <a:pt x="0" y="65214"/>
                  </a:lnTo>
                  <a:lnTo>
                    <a:pt x="0" y="78625"/>
                  </a:lnTo>
                  <a:lnTo>
                    <a:pt x="28308" y="69951"/>
                  </a:lnTo>
                  <a:lnTo>
                    <a:pt x="115036" y="43268"/>
                  </a:lnTo>
                  <a:lnTo>
                    <a:pt x="196811" y="17932"/>
                  </a:lnTo>
                  <a:lnTo>
                    <a:pt x="211810" y="13284"/>
                  </a:lnTo>
                  <a:lnTo>
                    <a:pt x="211810" y="7200"/>
                  </a:lnTo>
                  <a:close/>
                </a:path>
              </a:pathLst>
            </a:custGeom>
            <a:solidFill>
              <a:srgbClr val="EC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10469768" y="4942388"/>
              <a:ext cx="10421" cy="16596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236019" y="5575928"/>
              <a:ext cx="2078111" cy="446158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3755" y="5519563"/>
              <a:ext cx="211842" cy="65083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634563" y="4831620"/>
              <a:ext cx="403860" cy="124460"/>
            </a:xfrm>
            <a:custGeom>
              <a:avLst/>
              <a:gdLst/>
              <a:ahLst/>
              <a:cxnLst/>
              <a:rect l="l" t="t" r="r" b="b"/>
              <a:pathLst>
                <a:path w="403859" h="124460">
                  <a:moveTo>
                    <a:pt x="403491" y="0"/>
                  </a:moveTo>
                  <a:lnTo>
                    <a:pt x="297815" y="30708"/>
                  </a:lnTo>
                  <a:lnTo>
                    <a:pt x="185191" y="63157"/>
                  </a:lnTo>
                  <a:lnTo>
                    <a:pt x="63106" y="97993"/>
                  </a:lnTo>
                  <a:lnTo>
                    <a:pt x="0" y="115862"/>
                  </a:lnTo>
                  <a:lnTo>
                    <a:pt x="17754" y="121500"/>
                  </a:lnTo>
                  <a:lnTo>
                    <a:pt x="26428" y="124256"/>
                  </a:lnTo>
                  <a:lnTo>
                    <a:pt x="124980" y="96227"/>
                  </a:lnTo>
                  <a:lnTo>
                    <a:pt x="242379" y="62534"/>
                  </a:lnTo>
                  <a:lnTo>
                    <a:pt x="350901" y="31102"/>
                  </a:lnTo>
                  <a:lnTo>
                    <a:pt x="403491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9985464" y="4703642"/>
              <a:ext cx="484505" cy="159385"/>
            </a:xfrm>
            <a:custGeom>
              <a:avLst/>
              <a:gdLst/>
              <a:ahLst/>
              <a:cxnLst/>
              <a:rect l="l" t="t" r="r" b="b"/>
              <a:pathLst>
                <a:path w="484504" h="159385">
                  <a:moveTo>
                    <a:pt x="484301" y="0"/>
                  </a:moveTo>
                  <a:lnTo>
                    <a:pt x="419760" y="19380"/>
                  </a:lnTo>
                  <a:lnTo>
                    <a:pt x="334213" y="44945"/>
                  </a:lnTo>
                  <a:lnTo>
                    <a:pt x="244360" y="71628"/>
                  </a:lnTo>
                  <a:lnTo>
                    <a:pt x="151434" y="99034"/>
                  </a:lnTo>
                  <a:lnTo>
                    <a:pt x="52590" y="127977"/>
                  </a:lnTo>
                  <a:lnTo>
                    <a:pt x="0" y="159080"/>
                  </a:lnTo>
                  <a:lnTo>
                    <a:pt x="102184" y="129247"/>
                  </a:lnTo>
                  <a:lnTo>
                    <a:pt x="199605" y="100571"/>
                  </a:lnTo>
                  <a:lnTo>
                    <a:pt x="291452" y="73355"/>
                  </a:lnTo>
                  <a:lnTo>
                    <a:pt x="378777" y="47294"/>
                  </a:lnTo>
                  <a:lnTo>
                    <a:pt x="464058" y="21717"/>
                  </a:lnTo>
                  <a:lnTo>
                    <a:pt x="470852" y="16941"/>
                  </a:lnTo>
                  <a:lnTo>
                    <a:pt x="471525" y="16459"/>
                  </a:lnTo>
                  <a:lnTo>
                    <a:pt x="470852" y="16954"/>
                  </a:lnTo>
                  <a:lnTo>
                    <a:pt x="464058" y="21717"/>
                  </a:lnTo>
                  <a:lnTo>
                    <a:pt x="484301" y="15608"/>
                  </a:lnTo>
                  <a:lnTo>
                    <a:pt x="484301" y="7200"/>
                  </a:lnTo>
                  <a:lnTo>
                    <a:pt x="484301" y="0"/>
                  </a:lnTo>
                  <a:close/>
                </a:path>
              </a:pathLst>
            </a:custGeom>
            <a:solidFill>
              <a:srgbClr val="EA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6" name="object 206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3755" y="4948246"/>
              <a:ext cx="9647237" cy="1101090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10480180" y="4636256"/>
              <a:ext cx="212090" cy="80010"/>
            </a:xfrm>
            <a:custGeom>
              <a:avLst/>
              <a:gdLst/>
              <a:ahLst/>
              <a:cxnLst/>
              <a:rect l="l" t="t" r="r" b="b"/>
              <a:pathLst>
                <a:path w="212090" h="80010">
                  <a:moveTo>
                    <a:pt x="211810" y="12001"/>
                  </a:moveTo>
                  <a:lnTo>
                    <a:pt x="211797" y="0"/>
                  </a:lnTo>
                  <a:lnTo>
                    <a:pt x="163004" y="14871"/>
                  </a:lnTo>
                  <a:lnTo>
                    <a:pt x="87198" y="37909"/>
                  </a:lnTo>
                  <a:lnTo>
                    <a:pt x="6858" y="62204"/>
                  </a:lnTo>
                  <a:lnTo>
                    <a:pt x="0" y="64274"/>
                  </a:lnTo>
                  <a:lnTo>
                    <a:pt x="0" y="67119"/>
                  </a:lnTo>
                  <a:lnTo>
                    <a:pt x="0" y="79883"/>
                  </a:lnTo>
                  <a:lnTo>
                    <a:pt x="49504" y="64922"/>
                  </a:lnTo>
                  <a:lnTo>
                    <a:pt x="128397" y="40944"/>
                  </a:lnTo>
                  <a:lnTo>
                    <a:pt x="204012" y="17856"/>
                  </a:lnTo>
                  <a:lnTo>
                    <a:pt x="211810" y="12001"/>
                  </a:lnTo>
                  <a:close/>
                </a:path>
                <a:path w="212090" h="80010">
                  <a:moveTo>
                    <a:pt x="211810" y="12001"/>
                  </a:moveTo>
                  <a:lnTo>
                    <a:pt x="204012" y="17868"/>
                  </a:lnTo>
                  <a:lnTo>
                    <a:pt x="211810" y="15481"/>
                  </a:lnTo>
                  <a:lnTo>
                    <a:pt x="211810" y="12001"/>
                  </a:lnTo>
                  <a:close/>
                </a:path>
              </a:pathLst>
            </a:custGeom>
            <a:solidFill>
              <a:srgbClr val="EA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8" name="object 208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10469768" y="4700527"/>
              <a:ext cx="10421" cy="18719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3557765" y="6792322"/>
              <a:ext cx="2190115" cy="756920"/>
            </a:xfrm>
            <a:custGeom>
              <a:avLst/>
              <a:gdLst/>
              <a:ahLst/>
              <a:cxnLst/>
              <a:rect l="l" t="t" r="r" b="b"/>
              <a:pathLst>
                <a:path w="2190115" h="756920">
                  <a:moveTo>
                    <a:pt x="2189734" y="756666"/>
                  </a:moveTo>
                  <a:lnTo>
                    <a:pt x="1947164" y="0"/>
                  </a:lnTo>
                  <a:lnTo>
                    <a:pt x="1915541" y="9956"/>
                  </a:lnTo>
                  <a:lnTo>
                    <a:pt x="0" y="613029"/>
                  </a:lnTo>
                  <a:lnTo>
                    <a:pt x="9283" y="756666"/>
                  </a:lnTo>
                  <a:lnTo>
                    <a:pt x="2154910" y="756666"/>
                  </a:lnTo>
                  <a:lnTo>
                    <a:pt x="2189734" y="756666"/>
                  </a:lnTo>
                  <a:close/>
                </a:path>
              </a:pathLst>
            </a:custGeom>
            <a:solidFill>
              <a:srgbClr val="EFB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504939" y="6782363"/>
              <a:ext cx="277495" cy="767080"/>
            </a:xfrm>
            <a:custGeom>
              <a:avLst/>
              <a:gdLst/>
              <a:ahLst/>
              <a:cxnLst/>
              <a:rect l="l" t="t" r="r" b="b"/>
              <a:pathLst>
                <a:path w="277495" h="767079">
                  <a:moveTo>
                    <a:pt x="31623" y="0"/>
                  </a:moveTo>
                  <a:lnTo>
                    <a:pt x="0" y="9950"/>
                  </a:lnTo>
                  <a:lnTo>
                    <a:pt x="242564" y="766616"/>
                  </a:lnTo>
                  <a:lnTo>
                    <a:pt x="277376" y="766616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EFC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536562" y="6772399"/>
              <a:ext cx="280670" cy="776605"/>
            </a:xfrm>
            <a:custGeom>
              <a:avLst/>
              <a:gdLst/>
              <a:ahLst/>
              <a:cxnLst/>
              <a:rect l="l" t="t" r="r" b="b"/>
              <a:pathLst>
                <a:path w="280670" h="776604">
                  <a:moveTo>
                    <a:pt x="31633" y="0"/>
                  </a:moveTo>
                  <a:lnTo>
                    <a:pt x="0" y="9964"/>
                  </a:lnTo>
                  <a:lnTo>
                    <a:pt x="245753" y="776580"/>
                  </a:lnTo>
                  <a:lnTo>
                    <a:pt x="280577" y="776580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EF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5568195" y="6762448"/>
              <a:ext cx="283845" cy="786765"/>
            </a:xfrm>
            <a:custGeom>
              <a:avLst/>
              <a:gdLst/>
              <a:ahLst/>
              <a:cxnLst/>
              <a:rect l="l" t="t" r="r" b="b"/>
              <a:pathLst>
                <a:path w="283845" h="786765">
                  <a:moveTo>
                    <a:pt x="31629" y="0"/>
                  </a:moveTo>
                  <a:lnTo>
                    <a:pt x="0" y="9950"/>
                  </a:lnTo>
                  <a:lnTo>
                    <a:pt x="248944" y="786531"/>
                  </a:lnTo>
                  <a:lnTo>
                    <a:pt x="283766" y="786531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EFC0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599824" y="6752484"/>
              <a:ext cx="287020" cy="796925"/>
            </a:xfrm>
            <a:custGeom>
              <a:avLst/>
              <a:gdLst/>
              <a:ahLst/>
              <a:cxnLst/>
              <a:rect l="l" t="t" r="r" b="b"/>
              <a:pathLst>
                <a:path w="287020" h="796925">
                  <a:moveTo>
                    <a:pt x="31633" y="0"/>
                  </a:moveTo>
                  <a:lnTo>
                    <a:pt x="0" y="9964"/>
                  </a:lnTo>
                  <a:lnTo>
                    <a:pt x="252136" y="796495"/>
                  </a:lnTo>
                  <a:lnTo>
                    <a:pt x="286960" y="796495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0C2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5631458" y="6742522"/>
              <a:ext cx="290195" cy="807085"/>
            </a:xfrm>
            <a:custGeom>
              <a:avLst/>
              <a:gdLst/>
              <a:ahLst/>
              <a:cxnLst/>
              <a:rect l="l" t="t" r="r" b="b"/>
              <a:pathLst>
                <a:path w="290195" h="807084">
                  <a:moveTo>
                    <a:pt x="31619" y="0"/>
                  </a:moveTo>
                  <a:lnTo>
                    <a:pt x="0" y="9961"/>
                  </a:lnTo>
                  <a:lnTo>
                    <a:pt x="255327" y="806457"/>
                  </a:lnTo>
                  <a:lnTo>
                    <a:pt x="290149" y="806457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F0C2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5663069" y="6722624"/>
              <a:ext cx="328295" cy="826769"/>
            </a:xfrm>
            <a:custGeom>
              <a:avLst/>
              <a:gdLst/>
              <a:ahLst/>
              <a:cxnLst/>
              <a:rect l="l" t="t" r="r" b="b"/>
              <a:pathLst>
                <a:path w="328295" h="826770">
                  <a:moveTo>
                    <a:pt x="328168" y="826363"/>
                  </a:moveTo>
                  <a:lnTo>
                    <a:pt x="63258" y="0"/>
                  </a:lnTo>
                  <a:lnTo>
                    <a:pt x="31623" y="9944"/>
                  </a:lnTo>
                  <a:lnTo>
                    <a:pt x="0" y="19900"/>
                  </a:lnTo>
                  <a:lnTo>
                    <a:pt x="258533" y="826363"/>
                  </a:lnTo>
                  <a:lnTo>
                    <a:pt x="293344" y="826363"/>
                  </a:lnTo>
                  <a:lnTo>
                    <a:pt x="328168" y="826363"/>
                  </a:lnTo>
                  <a:close/>
                </a:path>
              </a:pathLst>
            </a:custGeom>
            <a:solidFill>
              <a:srgbClr val="F2C4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5726332" y="6712653"/>
              <a:ext cx="300355" cy="836930"/>
            </a:xfrm>
            <a:custGeom>
              <a:avLst/>
              <a:gdLst/>
              <a:ahLst/>
              <a:cxnLst/>
              <a:rect l="l" t="t" r="r" b="b"/>
              <a:pathLst>
                <a:path w="300354" h="836929">
                  <a:moveTo>
                    <a:pt x="31630" y="0"/>
                  </a:moveTo>
                  <a:lnTo>
                    <a:pt x="0" y="9964"/>
                  </a:lnTo>
                  <a:lnTo>
                    <a:pt x="264910" y="836326"/>
                  </a:lnTo>
                  <a:lnTo>
                    <a:pt x="299732" y="836326"/>
                  </a:lnTo>
                  <a:lnTo>
                    <a:pt x="31630" y="0"/>
                  </a:lnTo>
                  <a:close/>
                </a:path>
              </a:pathLst>
            </a:custGeom>
            <a:solidFill>
              <a:srgbClr val="F2C6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5757962" y="6702702"/>
              <a:ext cx="303530" cy="846455"/>
            </a:xfrm>
            <a:custGeom>
              <a:avLst/>
              <a:gdLst/>
              <a:ahLst/>
              <a:cxnLst/>
              <a:rect l="l" t="t" r="r" b="b"/>
              <a:pathLst>
                <a:path w="303529" h="846454">
                  <a:moveTo>
                    <a:pt x="31633" y="0"/>
                  </a:moveTo>
                  <a:lnTo>
                    <a:pt x="0" y="9950"/>
                  </a:lnTo>
                  <a:lnTo>
                    <a:pt x="268102" y="846277"/>
                  </a:lnTo>
                  <a:lnTo>
                    <a:pt x="302921" y="846277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2C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5789595" y="6692738"/>
              <a:ext cx="306705" cy="856615"/>
            </a:xfrm>
            <a:custGeom>
              <a:avLst/>
              <a:gdLst/>
              <a:ahLst/>
              <a:cxnLst/>
              <a:rect l="l" t="t" r="r" b="b"/>
              <a:pathLst>
                <a:path w="306704" h="856615">
                  <a:moveTo>
                    <a:pt x="31617" y="0"/>
                  </a:moveTo>
                  <a:lnTo>
                    <a:pt x="0" y="9964"/>
                  </a:lnTo>
                  <a:lnTo>
                    <a:pt x="271288" y="856241"/>
                  </a:lnTo>
                  <a:lnTo>
                    <a:pt x="306110" y="856241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F2C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5821214" y="6682787"/>
              <a:ext cx="309880" cy="866775"/>
            </a:xfrm>
            <a:custGeom>
              <a:avLst/>
              <a:gdLst/>
              <a:ahLst/>
              <a:cxnLst/>
              <a:rect l="l" t="t" r="r" b="b"/>
              <a:pathLst>
                <a:path w="309879" h="866775">
                  <a:moveTo>
                    <a:pt x="31623" y="0"/>
                  </a:moveTo>
                  <a:lnTo>
                    <a:pt x="0" y="9950"/>
                  </a:lnTo>
                  <a:lnTo>
                    <a:pt x="274492" y="866192"/>
                  </a:lnTo>
                  <a:lnTo>
                    <a:pt x="309304" y="866192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2C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5852836" y="6672823"/>
              <a:ext cx="313055" cy="876300"/>
            </a:xfrm>
            <a:custGeom>
              <a:avLst/>
              <a:gdLst/>
              <a:ahLst/>
              <a:cxnLst/>
              <a:rect l="l" t="t" r="r" b="b"/>
              <a:pathLst>
                <a:path w="313054" h="876300">
                  <a:moveTo>
                    <a:pt x="31633" y="0"/>
                  </a:moveTo>
                  <a:lnTo>
                    <a:pt x="0" y="9964"/>
                  </a:lnTo>
                  <a:lnTo>
                    <a:pt x="277681" y="876156"/>
                  </a:lnTo>
                  <a:lnTo>
                    <a:pt x="312505" y="87615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5CB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5884469" y="6652915"/>
              <a:ext cx="350520" cy="896619"/>
            </a:xfrm>
            <a:custGeom>
              <a:avLst/>
              <a:gdLst/>
              <a:ahLst/>
              <a:cxnLst/>
              <a:rect l="l" t="t" r="r" b="b"/>
              <a:pathLst>
                <a:path w="350520" h="896620">
                  <a:moveTo>
                    <a:pt x="350507" y="896073"/>
                  </a:moveTo>
                  <a:lnTo>
                    <a:pt x="63258" y="0"/>
                  </a:lnTo>
                  <a:lnTo>
                    <a:pt x="31623" y="9969"/>
                  </a:lnTo>
                  <a:lnTo>
                    <a:pt x="0" y="19913"/>
                  </a:lnTo>
                  <a:lnTo>
                    <a:pt x="280873" y="896073"/>
                  </a:lnTo>
                  <a:lnTo>
                    <a:pt x="315696" y="896073"/>
                  </a:lnTo>
                  <a:lnTo>
                    <a:pt x="350507" y="896073"/>
                  </a:lnTo>
                  <a:close/>
                </a:path>
              </a:pathLst>
            </a:custGeom>
            <a:solidFill>
              <a:srgbClr val="F5C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5947732" y="6642956"/>
              <a:ext cx="322580" cy="906144"/>
            </a:xfrm>
            <a:custGeom>
              <a:avLst/>
              <a:gdLst/>
              <a:ahLst/>
              <a:cxnLst/>
              <a:rect l="l" t="t" r="r" b="b"/>
              <a:pathLst>
                <a:path w="322579" h="906145">
                  <a:moveTo>
                    <a:pt x="31623" y="0"/>
                  </a:moveTo>
                  <a:lnTo>
                    <a:pt x="0" y="9950"/>
                  </a:lnTo>
                  <a:lnTo>
                    <a:pt x="287254" y="906023"/>
                  </a:lnTo>
                  <a:lnTo>
                    <a:pt x="322078" y="906023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5CD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5979350" y="6623044"/>
              <a:ext cx="360680" cy="926465"/>
            </a:xfrm>
            <a:custGeom>
              <a:avLst/>
              <a:gdLst/>
              <a:ahLst/>
              <a:cxnLst/>
              <a:rect l="l" t="t" r="r" b="b"/>
              <a:pathLst>
                <a:path w="360679" h="926465">
                  <a:moveTo>
                    <a:pt x="360083" y="925944"/>
                  </a:moveTo>
                  <a:lnTo>
                    <a:pt x="63258" y="0"/>
                  </a:lnTo>
                  <a:lnTo>
                    <a:pt x="31623" y="9956"/>
                  </a:lnTo>
                  <a:lnTo>
                    <a:pt x="0" y="19913"/>
                  </a:lnTo>
                  <a:lnTo>
                    <a:pt x="290449" y="925944"/>
                  </a:lnTo>
                  <a:lnTo>
                    <a:pt x="325272" y="925944"/>
                  </a:lnTo>
                  <a:lnTo>
                    <a:pt x="360083" y="925944"/>
                  </a:lnTo>
                  <a:close/>
                </a:path>
              </a:pathLst>
            </a:custGeom>
            <a:solidFill>
              <a:srgbClr val="F5C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6042609" y="6603130"/>
              <a:ext cx="367030" cy="946150"/>
            </a:xfrm>
            <a:custGeom>
              <a:avLst/>
              <a:gdLst/>
              <a:ahLst/>
              <a:cxnLst/>
              <a:rect l="l" t="t" r="r" b="b"/>
              <a:pathLst>
                <a:path w="367029" h="946150">
                  <a:moveTo>
                    <a:pt x="366471" y="945857"/>
                  </a:moveTo>
                  <a:lnTo>
                    <a:pt x="63258" y="0"/>
                  </a:lnTo>
                  <a:lnTo>
                    <a:pt x="31635" y="9956"/>
                  </a:lnTo>
                  <a:lnTo>
                    <a:pt x="0" y="19913"/>
                  </a:lnTo>
                  <a:lnTo>
                    <a:pt x="296824" y="945857"/>
                  </a:lnTo>
                  <a:lnTo>
                    <a:pt x="331647" y="945857"/>
                  </a:lnTo>
                  <a:lnTo>
                    <a:pt x="366471" y="945857"/>
                  </a:lnTo>
                  <a:close/>
                </a:path>
              </a:pathLst>
            </a:custGeom>
            <a:solidFill>
              <a:srgbClr val="F5D1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6105868" y="6583217"/>
              <a:ext cx="373380" cy="965835"/>
            </a:xfrm>
            <a:custGeom>
              <a:avLst/>
              <a:gdLst/>
              <a:ahLst/>
              <a:cxnLst/>
              <a:rect l="l" t="t" r="r" b="b"/>
              <a:pathLst>
                <a:path w="373379" h="965834">
                  <a:moveTo>
                    <a:pt x="372846" y="965771"/>
                  </a:moveTo>
                  <a:lnTo>
                    <a:pt x="63246" y="0"/>
                  </a:lnTo>
                  <a:lnTo>
                    <a:pt x="31623" y="9956"/>
                  </a:lnTo>
                  <a:lnTo>
                    <a:pt x="0" y="19913"/>
                  </a:lnTo>
                  <a:lnTo>
                    <a:pt x="303212" y="965771"/>
                  </a:lnTo>
                  <a:lnTo>
                    <a:pt x="338023" y="965771"/>
                  </a:lnTo>
                  <a:lnTo>
                    <a:pt x="372846" y="965771"/>
                  </a:lnTo>
                  <a:close/>
                </a:path>
              </a:pathLst>
            </a:custGeom>
            <a:solidFill>
              <a:srgbClr val="F5D2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6169121" y="6573246"/>
              <a:ext cx="344805" cy="975994"/>
            </a:xfrm>
            <a:custGeom>
              <a:avLst/>
              <a:gdLst/>
              <a:ahLst/>
              <a:cxnLst/>
              <a:rect l="l" t="t" r="r" b="b"/>
              <a:pathLst>
                <a:path w="344804" h="975995">
                  <a:moveTo>
                    <a:pt x="31633" y="0"/>
                  </a:moveTo>
                  <a:lnTo>
                    <a:pt x="0" y="9965"/>
                  </a:lnTo>
                  <a:lnTo>
                    <a:pt x="309600" y="975733"/>
                  </a:lnTo>
                  <a:lnTo>
                    <a:pt x="344422" y="975733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5D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6200754" y="6563295"/>
              <a:ext cx="347980" cy="986155"/>
            </a:xfrm>
            <a:custGeom>
              <a:avLst/>
              <a:gdLst/>
              <a:ahLst/>
              <a:cxnLst/>
              <a:rect l="l" t="t" r="r" b="b"/>
              <a:pathLst>
                <a:path w="347979" h="986154">
                  <a:moveTo>
                    <a:pt x="31633" y="0"/>
                  </a:moveTo>
                  <a:lnTo>
                    <a:pt x="0" y="9950"/>
                  </a:lnTo>
                  <a:lnTo>
                    <a:pt x="312789" y="985683"/>
                  </a:lnTo>
                  <a:lnTo>
                    <a:pt x="347612" y="985683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5D3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232387" y="6553331"/>
              <a:ext cx="351155" cy="995680"/>
            </a:xfrm>
            <a:custGeom>
              <a:avLst/>
              <a:gdLst/>
              <a:ahLst/>
              <a:cxnLst/>
              <a:rect l="l" t="t" r="r" b="b"/>
              <a:pathLst>
                <a:path w="351154" h="995679">
                  <a:moveTo>
                    <a:pt x="31619" y="0"/>
                  </a:moveTo>
                  <a:lnTo>
                    <a:pt x="0" y="9964"/>
                  </a:lnTo>
                  <a:lnTo>
                    <a:pt x="315979" y="995648"/>
                  </a:lnTo>
                  <a:lnTo>
                    <a:pt x="350791" y="995648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F6D4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6264007" y="6543381"/>
              <a:ext cx="354330" cy="1005840"/>
            </a:xfrm>
            <a:custGeom>
              <a:avLst/>
              <a:gdLst/>
              <a:ahLst/>
              <a:cxnLst/>
              <a:rect l="l" t="t" r="r" b="b"/>
              <a:pathLst>
                <a:path w="354329" h="1005840">
                  <a:moveTo>
                    <a:pt x="31633" y="0"/>
                  </a:moveTo>
                  <a:lnTo>
                    <a:pt x="0" y="9950"/>
                  </a:lnTo>
                  <a:lnTo>
                    <a:pt x="319172" y="1005598"/>
                  </a:lnTo>
                  <a:lnTo>
                    <a:pt x="353995" y="1005598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8D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295631" y="6523476"/>
              <a:ext cx="392430" cy="1025525"/>
            </a:xfrm>
            <a:custGeom>
              <a:avLst/>
              <a:gdLst/>
              <a:ahLst/>
              <a:cxnLst/>
              <a:rect l="l" t="t" r="r" b="b"/>
              <a:pathLst>
                <a:path w="392429" h="1025525">
                  <a:moveTo>
                    <a:pt x="392010" y="1025512"/>
                  </a:moveTo>
                  <a:lnTo>
                    <a:pt x="63258" y="0"/>
                  </a:lnTo>
                  <a:lnTo>
                    <a:pt x="31635" y="9944"/>
                  </a:lnTo>
                  <a:lnTo>
                    <a:pt x="0" y="19913"/>
                  </a:lnTo>
                  <a:lnTo>
                    <a:pt x="322364" y="1025512"/>
                  </a:lnTo>
                  <a:lnTo>
                    <a:pt x="357187" y="1025512"/>
                  </a:lnTo>
                  <a:lnTo>
                    <a:pt x="392010" y="1025512"/>
                  </a:lnTo>
                  <a:close/>
                </a:path>
              </a:pathLst>
            </a:custGeom>
            <a:solidFill>
              <a:srgbClr val="F8D7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6358892" y="6513502"/>
              <a:ext cx="363855" cy="1035685"/>
            </a:xfrm>
            <a:custGeom>
              <a:avLst/>
              <a:gdLst/>
              <a:ahLst/>
              <a:cxnLst/>
              <a:rect l="l" t="t" r="r" b="b"/>
              <a:pathLst>
                <a:path w="363854" h="1035684">
                  <a:moveTo>
                    <a:pt x="31633" y="0"/>
                  </a:moveTo>
                  <a:lnTo>
                    <a:pt x="0" y="9964"/>
                  </a:lnTo>
                  <a:lnTo>
                    <a:pt x="328752" y="1035477"/>
                  </a:lnTo>
                  <a:lnTo>
                    <a:pt x="363574" y="1035477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8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390525" y="6503551"/>
              <a:ext cx="367030" cy="1045844"/>
            </a:xfrm>
            <a:custGeom>
              <a:avLst/>
              <a:gdLst/>
              <a:ahLst/>
              <a:cxnLst/>
              <a:rect l="l" t="t" r="r" b="b"/>
              <a:pathLst>
                <a:path w="367029" h="1045845">
                  <a:moveTo>
                    <a:pt x="31619" y="0"/>
                  </a:moveTo>
                  <a:lnTo>
                    <a:pt x="0" y="9950"/>
                  </a:lnTo>
                  <a:lnTo>
                    <a:pt x="331941" y="1045428"/>
                  </a:lnTo>
                  <a:lnTo>
                    <a:pt x="366764" y="1045428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F8DB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422136" y="6483636"/>
              <a:ext cx="405130" cy="1065530"/>
            </a:xfrm>
            <a:custGeom>
              <a:avLst/>
              <a:gdLst/>
              <a:ahLst/>
              <a:cxnLst/>
              <a:rect l="l" t="t" r="r" b="b"/>
              <a:pathLst>
                <a:path w="405129" h="1065529">
                  <a:moveTo>
                    <a:pt x="404787" y="1065352"/>
                  </a:moveTo>
                  <a:lnTo>
                    <a:pt x="63271" y="0"/>
                  </a:lnTo>
                  <a:lnTo>
                    <a:pt x="31635" y="9956"/>
                  </a:lnTo>
                  <a:lnTo>
                    <a:pt x="0" y="19926"/>
                  </a:lnTo>
                  <a:lnTo>
                    <a:pt x="335153" y="1065352"/>
                  </a:lnTo>
                  <a:lnTo>
                    <a:pt x="369976" y="1065352"/>
                  </a:lnTo>
                  <a:lnTo>
                    <a:pt x="404787" y="1065352"/>
                  </a:lnTo>
                  <a:close/>
                </a:path>
              </a:pathLst>
            </a:custGeom>
            <a:solidFill>
              <a:srgbClr val="F8DB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485407" y="6463722"/>
              <a:ext cx="411480" cy="1085850"/>
            </a:xfrm>
            <a:custGeom>
              <a:avLst/>
              <a:gdLst/>
              <a:ahLst/>
              <a:cxnLst/>
              <a:rect l="l" t="t" r="r" b="b"/>
              <a:pathLst>
                <a:path w="411479" h="1085850">
                  <a:moveTo>
                    <a:pt x="411162" y="1085265"/>
                  </a:moveTo>
                  <a:lnTo>
                    <a:pt x="63246" y="0"/>
                  </a:lnTo>
                  <a:lnTo>
                    <a:pt x="31610" y="9956"/>
                  </a:lnTo>
                  <a:lnTo>
                    <a:pt x="0" y="19913"/>
                  </a:lnTo>
                  <a:lnTo>
                    <a:pt x="341515" y="1085265"/>
                  </a:lnTo>
                  <a:lnTo>
                    <a:pt x="376339" y="1085265"/>
                  </a:lnTo>
                  <a:lnTo>
                    <a:pt x="411162" y="1085265"/>
                  </a:lnTo>
                  <a:close/>
                </a:path>
              </a:pathLst>
            </a:custGeom>
            <a:solidFill>
              <a:srgbClr val="F9D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548661" y="6453756"/>
              <a:ext cx="382905" cy="1095375"/>
            </a:xfrm>
            <a:custGeom>
              <a:avLst/>
              <a:gdLst/>
              <a:ahLst/>
              <a:cxnLst/>
              <a:rect l="l" t="t" r="r" b="b"/>
              <a:pathLst>
                <a:path w="382904" h="1095375">
                  <a:moveTo>
                    <a:pt x="31633" y="0"/>
                  </a:moveTo>
                  <a:lnTo>
                    <a:pt x="0" y="9964"/>
                  </a:lnTo>
                  <a:lnTo>
                    <a:pt x="347907" y="1095223"/>
                  </a:lnTo>
                  <a:lnTo>
                    <a:pt x="382731" y="1095223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9DF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580295" y="6443805"/>
              <a:ext cx="386080" cy="1105535"/>
            </a:xfrm>
            <a:custGeom>
              <a:avLst/>
              <a:gdLst/>
              <a:ahLst/>
              <a:cxnLst/>
              <a:rect l="l" t="t" r="r" b="b"/>
              <a:pathLst>
                <a:path w="386079" h="1105534">
                  <a:moveTo>
                    <a:pt x="31630" y="0"/>
                  </a:moveTo>
                  <a:lnTo>
                    <a:pt x="0" y="9950"/>
                  </a:lnTo>
                  <a:lnTo>
                    <a:pt x="351097" y="1105174"/>
                  </a:lnTo>
                  <a:lnTo>
                    <a:pt x="385919" y="1105174"/>
                  </a:lnTo>
                  <a:lnTo>
                    <a:pt x="31630" y="0"/>
                  </a:lnTo>
                  <a:close/>
                </a:path>
              </a:pathLst>
            </a:custGeom>
            <a:solidFill>
              <a:srgbClr val="FBE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611926" y="6433839"/>
              <a:ext cx="389255" cy="1115695"/>
            </a:xfrm>
            <a:custGeom>
              <a:avLst/>
              <a:gdLst/>
              <a:ahLst/>
              <a:cxnLst/>
              <a:rect l="l" t="t" r="r" b="b"/>
              <a:pathLst>
                <a:path w="389254" h="1115695">
                  <a:moveTo>
                    <a:pt x="31621" y="0"/>
                  </a:moveTo>
                  <a:lnTo>
                    <a:pt x="0" y="9965"/>
                  </a:lnTo>
                  <a:lnTo>
                    <a:pt x="354289" y="1115140"/>
                  </a:lnTo>
                  <a:lnTo>
                    <a:pt x="389098" y="1115140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FBE0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643548" y="6413926"/>
              <a:ext cx="427355" cy="1135380"/>
            </a:xfrm>
            <a:custGeom>
              <a:avLst/>
              <a:gdLst/>
              <a:ahLst/>
              <a:cxnLst/>
              <a:rect l="l" t="t" r="r" b="b"/>
              <a:pathLst>
                <a:path w="427354" h="1135379">
                  <a:moveTo>
                    <a:pt x="427113" y="1135062"/>
                  </a:moveTo>
                  <a:lnTo>
                    <a:pt x="63258" y="0"/>
                  </a:lnTo>
                  <a:lnTo>
                    <a:pt x="31623" y="9969"/>
                  </a:lnTo>
                  <a:lnTo>
                    <a:pt x="0" y="19913"/>
                  </a:lnTo>
                  <a:lnTo>
                    <a:pt x="357466" y="1135062"/>
                  </a:lnTo>
                  <a:lnTo>
                    <a:pt x="392290" y="1135062"/>
                  </a:lnTo>
                  <a:lnTo>
                    <a:pt x="427113" y="1135062"/>
                  </a:lnTo>
                  <a:close/>
                </a:path>
              </a:pathLst>
            </a:custGeom>
            <a:solidFill>
              <a:srgbClr val="FCE2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706806" y="6394012"/>
              <a:ext cx="433705" cy="1155065"/>
            </a:xfrm>
            <a:custGeom>
              <a:avLst/>
              <a:gdLst/>
              <a:ahLst/>
              <a:cxnLst/>
              <a:rect l="l" t="t" r="r" b="b"/>
              <a:pathLst>
                <a:path w="433704" h="1155065">
                  <a:moveTo>
                    <a:pt x="433489" y="1154976"/>
                  </a:moveTo>
                  <a:lnTo>
                    <a:pt x="63246" y="0"/>
                  </a:lnTo>
                  <a:lnTo>
                    <a:pt x="31623" y="9969"/>
                  </a:lnTo>
                  <a:lnTo>
                    <a:pt x="0" y="19913"/>
                  </a:lnTo>
                  <a:lnTo>
                    <a:pt x="363855" y="1154976"/>
                  </a:lnTo>
                  <a:lnTo>
                    <a:pt x="398665" y="1154976"/>
                  </a:lnTo>
                  <a:lnTo>
                    <a:pt x="433489" y="1154976"/>
                  </a:lnTo>
                  <a:close/>
                </a:path>
              </a:pathLst>
            </a:custGeom>
            <a:solidFill>
              <a:srgbClr val="FCE4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6770052" y="6384056"/>
              <a:ext cx="405130" cy="1165225"/>
            </a:xfrm>
            <a:custGeom>
              <a:avLst/>
              <a:gdLst/>
              <a:ahLst/>
              <a:cxnLst/>
              <a:rect l="l" t="t" r="r" b="b"/>
              <a:pathLst>
                <a:path w="405129" h="1165225">
                  <a:moveTo>
                    <a:pt x="31633" y="0"/>
                  </a:moveTo>
                  <a:lnTo>
                    <a:pt x="0" y="9954"/>
                  </a:lnTo>
                  <a:lnTo>
                    <a:pt x="370251" y="1164924"/>
                  </a:lnTo>
                  <a:lnTo>
                    <a:pt x="405075" y="1164924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CE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6801686" y="6374095"/>
              <a:ext cx="408305" cy="1175385"/>
            </a:xfrm>
            <a:custGeom>
              <a:avLst/>
              <a:gdLst/>
              <a:ahLst/>
              <a:cxnLst/>
              <a:rect l="l" t="t" r="r" b="b"/>
              <a:pathLst>
                <a:path w="408304" h="1175384">
                  <a:moveTo>
                    <a:pt x="31633" y="0"/>
                  </a:moveTo>
                  <a:lnTo>
                    <a:pt x="0" y="9960"/>
                  </a:lnTo>
                  <a:lnTo>
                    <a:pt x="373442" y="1174884"/>
                  </a:lnTo>
                  <a:lnTo>
                    <a:pt x="408264" y="1174884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CE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6833318" y="6364140"/>
              <a:ext cx="411480" cy="1184910"/>
            </a:xfrm>
            <a:custGeom>
              <a:avLst/>
              <a:gdLst/>
              <a:ahLst/>
              <a:cxnLst/>
              <a:rect l="l" t="t" r="r" b="b"/>
              <a:pathLst>
                <a:path w="411479" h="1184909">
                  <a:moveTo>
                    <a:pt x="31617" y="0"/>
                  </a:moveTo>
                  <a:lnTo>
                    <a:pt x="0" y="9954"/>
                  </a:lnTo>
                  <a:lnTo>
                    <a:pt x="376631" y="1184838"/>
                  </a:lnTo>
                  <a:lnTo>
                    <a:pt x="411439" y="1184838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FCE6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6864936" y="6354190"/>
              <a:ext cx="414655" cy="1195070"/>
            </a:xfrm>
            <a:custGeom>
              <a:avLst/>
              <a:gdLst/>
              <a:ahLst/>
              <a:cxnLst/>
              <a:rect l="l" t="t" r="r" b="b"/>
              <a:pathLst>
                <a:path w="414654" h="1195070">
                  <a:moveTo>
                    <a:pt x="31633" y="0"/>
                  </a:moveTo>
                  <a:lnTo>
                    <a:pt x="0" y="9950"/>
                  </a:lnTo>
                  <a:lnTo>
                    <a:pt x="379821" y="1194789"/>
                  </a:lnTo>
                  <a:lnTo>
                    <a:pt x="414644" y="1194789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CE6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6896570" y="6344226"/>
              <a:ext cx="417830" cy="1205230"/>
            </a:xfrm>
            <a:custGeom>
              <a:avLst/>
              <a:gdLst/>
              <a:ahLst/>
              <a:cxnLst/>
              <a:rect l="l" t="t" r="r" b="b"/>
              <a:pathLst>
                <a:path w="417829" h="1205229">
                  <a:moveTo>
                    <a:pt x="31633" y="0"/>
                  </a:moveTo>
                  <a:lnTo>
                    <a:pt x="0" y="9964"/>
                  </a:lnTo>
                  <a:lnTo>
                    <a:pt x="383011" y="1204753"/>
                  </a:lnTo>
                  <a:lnTo>
                    <a:pt x="417835" y="1204753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CE8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6928203" y="6334264"/>
              <a:ext cx="421640" cy="1214755"/>
            </a:xfrm>
            <a:custGeom>
              <a:avLst/>
              <a:gdLst/>
              <a:ahLst/>
              <a:cxnLst/>
              <a:rect l="l" t="t" r="r" b="b"/>
              <a:pathLst>
                <a:path w="421640" h="1214754">
                  <a:moveTo>
                    <a:pt x="31630" y="0"/>
                  </a:moveTo>
                  <a:lnTo>
                    <a:pt x="0" y="9961"/>
                  </a:lnTo>
                  <a:lnTo>
                    <a:pt x="386201" y="1214715"/>
                  </a:lnTo>
                  <a:lnTo>
                    <a:pt x="421024" y="1214715"/>
                  </a:lnTo>
                  <a:lnTo>
                    <a:pt x="31630" y="0"/>
                  </a:lnTo>
                  <a:close/>
                </a:path>
              </a:pathLst>
            </a:custGeom>
            <a:solidFill>
              <a:srgbClr val="FCE8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6959833" y="6324310"/>
              <a:ext cx="424815" cy="1224915"/>
            </a:xfrm>
            <a:custGeom>
              <a:avLst/>
              <a:gdLst/>
              <a:ahLst/>
              <a:cxnLst/>
              <a:rect l="l" t="t" r="r" b="b"/>
              <a:pathLst>
                <a:path w="424815" h="1224915">
                  <a:moveTo>
                    <a:pt x="31621" y="0"/>
                  </a:moveTo>
                  <a:lnTo>
                    <a:pt x="0" y="9954"/>
                  </a:lnTo>
                  <a:lnTo>
                    <a:pt x="389393" y="1224669"/>
                  </a:lnTo>
                  <a:lnTo>
                    <a:pt x="424216" y="1224669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FCE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6991455" y="6314359"/>
              <a:ext cx="427990" cy="1235075"/>
            </a:xfrm>
            <a:custGeom>
              <a:avLst/>
              <a:gdLst/>
              <a:ahLst/>
              <a:cxnLst/>
              <a:rect l="l" t="t" r="r" b="b"/>
              <a:pathLst>
                <a:path w="427990" h="1235075">
                  <a:moveTo>
                    <a:pt x="31629" y="0"/>
                  </a:moveTo>
                  <a:lnTo>
                    <a:pt x="0" y="9950"/>
                  </a:lnTo>
                  <a:lnTo>
                    <a:pt x="392595" y="1234620"/>
                  </a:lnTo>
                  <a:lnTo>
                    <a:pt x="427417" y="1234620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FCE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7023074" y="6294444"/>
              <a:ext cx="465455" cy="1254760"/>
            </a:xfrm>
            <a:custGeom>
              <a:avLst/>
              <a:gdLst/>
              <a:ahLst/>
              <a:cxnLst/>
              <a:rect l="l" t="t" r="r" b="b"/>
              <a:pathLst>
                <a:path w="465454" h="1254759">
                  <a:moveTo>
                    <a:pt x="465442" y="1254544"/>
                  </a:moveTo>
                  <a:lnTo>
                    <a:pt x="63258" y="0"/>
                  </a:lnTo>
                  <a:lnTo>
                    <a:pt x="31623" y="9956"/>
                  </a:lnTo>
                  <a:lnTo>
                    <a:pt x="0" y="19926"/>
                  </a:lnTo>
                  <a:lnTo>
                    <a:pt x="395795" y="1254544"/>
                  </a:lnTo>
                  <a:lnTo>
                    <a:pt x="430618" y="1254544"/>
                  </a:lnTo>
                  <a:lnTo>
                    <a:pt x="465442" y="1254544"/>
                  </a:lnTo>
                  <a:close/>
                </a:path>
              </a:pathLst>
            </a:custGeom>
            <a:solidFill>
              <a:srgbClr val="FFE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7086340" y="6284480"/>
              <a:ext cx="437515" cy="1264920"/>
            </a:xfrm>
            <a:custGeom>
              <a:avLst/>
              <a:gdLst/>
              <a:ahLst/>
              <a:cxnLst/>
              <a:rect l="l" t="t" r="r" b="b"/>
              <a:pathLst>
                <a:path w="437515" h="1264920">
                  <a:moveTo>
                    <a:pt x="31629" y="0"/>
                  </a:moveTo>
                  <a:lnTo>
                    <a:pt x="0" y="9954"/>
                  </a:lnTo>
                  <a:lnTo>
                    <a:pt x="402177" y="1264499"/>
                  </a:lnTo>
                  <a:lnTo>
                    <a:pt x="436989" y="1264499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FFE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7117970" y="6274529"/>
              <a:ext cx="440690" cy="1274445"/>
            </a:xfrm>
            <a:custGeom>
              <a:avLst/>
              <a:gdLst/>
              <a:ahLst/>
              <a:cxnLst/>
              <a:rect l="l" t="t" r="r" b="b"/>
              <a:pathLst>
                <a:path w="440690" h="1274445">
                  <a:moveTo>
                    <a:pt x="31623" y="0"/>
                  </a:moveTo>
                  <a:lnTo>
                    <a:pt x="0" y="9950"/>
                  </a:lnTo>
                  <a:lnTo>
                    <a:pt x="405359" y="1274450"/>
                  </a:lnTo>
                  <a:lnTo>
                    <a:pt x="440183" y="1274450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EE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7149593" y="6264565"/>
              <a:ext cx="443865" cy="1284605"/>
            </a:xfrm>
            <a:custGeom>
              <a:avLst/>
              <a:gdLst/>
              <a:ahLst/>
              <a:cxnLst/>
              <a:rect l="l" t="t" r="r" b="b"/>
              <a:pathLst>
                <a:path w="443865" h="1284604">
                  <a:moveTo>
                    <a:pt x="31633" y="0"/>
                  </a:moveTo>
                  <a:lnTo>
                    <a:pt x="0" y="9964"/>
                  </a:lnTo>
                  <a:lnTo>
                    <a:pt x="408560" y="1284414"/>
                  </a:lnTo>
                  <a:lnTo>
                    <a:pt x="443382" y="1284414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FF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7181226" y="6254603"/>
              <a:ext cx="447040" cy="1294765"/>
            </a:xfrm>
            <a:custGeom>
              <a:avLst/>
              <a:gdLst/>
              <a:ahLst/>
              <a:cxnLst/>
              <a:rect l="l" t="t" r="r" b="b"/>
              <a:pathLst>
                <a:path w="447040" h="1294765">
                  <a:moveTo>
                    <a:pt x="31629" y="0"/>
                  </a:moveTo>
                  <a:lnTo>
                    <a:pt x="0" y="9961"/>
                  </a:lnTo>
                  <a:lnTo>
                    <a:pt x="411749" y="1294376"/>
                  </a:lnTo>
                  <a:lnTo>
                    <a:pt x="446572" y="1294376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FFEE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7212855" y="6244649"/>
              <a:ext cx="450215" cy="1304925"/>
            </a:xfrm>
            <a:custGeom>
              <a:avLst/>
              <a:gdLst/>
              <a:ahLst/>
              <a:cxnLst/>
              <a:rect l="l" t="t" r="r" b="b"/>
              <a:pathLst>
                <a:path w="450215" h="1304925">
                  <a:moveTo>
                    <a:pt x="31621" y="0"/>
                  </a:moveTo>
                  <a:lnTo>
                    <a:pt x="0" y="9954"/>
                  </a:lnTo>
                  <a:lnTo>
                    <a:pt x="414943" y="1304330"/>
                  </a:lnTo>
                  <a:lnTo>
                    <a:pt x="449751" y="1304330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FFE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7244477" y="6234698"/>
              <a:ext cx="453390" cy="1314450"/>
            </a:xfrm>
            <a:custGeom>
              <a:avLst/>
              <a:gdLst/>
              <a:ahLst/>
              <a:cxnLst/>
              <a:rect l="l" t="t" r="r" b="b"/>
              <a:pathLst>
                <a:path w="453390" h="1314450">
                  <a:moveTo>
                    <a:pt x="31630" y="0"/>
                  </a:moveTo>
                  <a:lnTo>
                    <a:pt x="0" y="9950"/>
                  </a:lnTo>
                  <a:lnTo>
                    <a:pt x="418129" y="1314281"/>
                  </a:lnTo>
                  <a:lnTo>
                    <a:pt x="452953" y="1314281"/>
                  </a:lnTo>
                  <a:lnTo>
                    <a:pt x="31630" y="0"/>
                  </a:lnTo>
                  <a:close/>
                </a:path>
              </a:pathLst>
            </a:custGeom>
            <a:solidFill>
              <a:srgbClr val="FFE8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7276108" y="6224734"/>
              <a:ext cx="456565" cy="1324610"/>
            </a:xfrm>
            <a:custGeom>
              <a:avLst/>
              <a:gdLst/>
              <a:ahLst/>
              <a:cxnLst/>
              <a:rect l="l" t="t" r="r" b="b"/>
              <a:pathLst>
                <a:path w="456565" h="1324609">
                  <a:moveTo>
                    <a:pt x="31633" y="0"/>
                  </a:moveTo>
                  <a:lnTo>
                    <a:pt x="0" y="9964"/>
                  </a:lnTo>
                  <a:lnTo>
                    <a:pt x="421322" y="1324245"/>
                  </a:lnTo>
                  <a:lnTo>
                    <a:pt x="456144" y="1324245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EE6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7307741" y="6214773"/>
              <a:ext cx="459740" cy="1334770"/>
            </a:xfrm>
            <a:custGeom>
              <a:avLst/>
              <a:gdLst/>
              <a:ahLst/>
              <a:cxnLst/>
              <a:rect l="l" t="t" r="r" b="b"/>
              <a:pathLst>
                <a:path w="459740" h="1334770">
                  <a:moveTo>
                    <a:pt x="31633" y="0"/>
                  </a:moveTo>
                  <a:lnTo>
                    <a:pt x="0" y="9960"/>
                  </a:lnTo>
                  <a:lnTo>
                    <a:pt x="424511" y="1334206"/>
                  </a:lnTo>
                  <a:lnTo>
                    <a:pt x="459334" y="133420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BE3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7339374" y="6204819"/>
              <a:ext cx="462915" cy="1344295"/>
            </a:xfrm>
            <a:custGeom>
              <a:avLst/>
              <a:gdLst/>
              <a:ahLst/>
              <a:cxnLst/>
              <a:rect l="l" t="t" r="r" b="b"/>
              <a:pathLst>
                <a:path w="462915" h="1344295">
                  <a:moveTo>
                    <a:pt x="31617" y="0"/>
                  </a:moveTo>
                  <a:lnTo>
                    <a:pt x="0" y="9954"/>
                  </a:lnTo>
                  <a:lnTo>
                    <a:pt x="427701" y="1344160"/>
                  </a:lnTo>
                  <a:lnTo>
                    <a:pt x="462513" y="1344160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FBE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7370992" y="6194869"/>
              <a:ext cx="466090" cy="1354455"/>
            </a:xfrm>
            <a:custGeom>
              <a:avLst/>
              <a:gdLst/>
              <a:ahLst/>
              <a:cxnLst/>
              <a:rect l="l" t="t" r="r" b="b"/>
              <a:pathLst>
                <a:path w="466090" h="1354454">
                  <a:moveTo>
                    <a:pt x="31623" y="0"/>
                  </a:moveTo>
                  <a:lnTo>
                    <a:pt x="0" y="9950"/>
                  </a:lnTo>
                  <a:lnTo>
                    <a:pt x="430895" y="1354110"/>
                  </a:lnTo>
                  <a:lnTo>
                    <a:pt x="465717" y="1354110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AD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7402615" y="6184904"/>
              <a:ext cx="469265" cy="1364615"/>
            </a:xfrm>
            <a:custGeom>
              <a:avLst/>
              <a:gdLst/>
              <a:ahLst/>
              <a:cxnLst/>
              <a:rect l="l" t="t" r="r" b="b"/>
              <a:pathLst>
                <a:path w="469265" h="1364615">
                  <a:moveTo>
                    <a:pt x="31629" y="0"/>
                  </a:moveTo>
                  <a:lnTo>
                    <a:pt x="0" y="9964"/>
                  </a:lnTo>
                  <a:lnTo>
                    <a:pt x="434094" y="1364075"/>
                  </a:lnTo>
                  <a:lnTo>
                    <a:pt x="468918" y="1364075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FADB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7434245" y="6174954"/>
              <a:ext cx="472440" cy="1374140"/>
            </a:xfrm>
            <a:custGeom>
              <a:avLst/>
              <a:gdLst/>
              <a:ahLst/>
              <a:cxnLst/>
              <a:rect l="l" t="t" r="r" b="b"/>
              <a:pathLst>
                <a:path w="472440" h="1374140">
                  <a:moveTo>
                    <a:pt x="31633" y="0"/>
                  </a:moveTo>
                  <a:lnTo>
                    <a:pt x="0" y="9950"/>
                  </a:lnTo>
                  <a:lnTo>
                    <a:pt x="437288" y="1374025"/>
                  </a:lnTo>
                  <a:lnTo>
                    <a:pt x="472111" y="1374025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AD9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7465878" y="6164988"/>
              <a:ext cx="475615" cy="1384300"/>
            </a:xfrm>
            <a:custGeom>
              <a:avLst/>
              <a:gdLst/>
              <a:ahLst/>
              <a:cxnLst/>
              <a:rect l="l" t="t" r="r" b="b"/>
              <a:pathLst>
                <a:path w="475615" h="1384300">
                  <a:moveTo>
                    <a:pt x="31623" y="0"/>
                  </a:moveTo>
                  <a:lnTo>
                    <a:pt x="0" y="9965"/>
                  </a:lnTo>
                  <a:lnTo>
                    <a:pt x="440477" y="1383991"/>
                  </a:lnTo>
                  <a:lnTo>
                    <a:pt x="475286" y="1383991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AD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7497500" y="6155038"/>
              <a:ext cx="478790" cy="1394460"/>
            </a:xfrm>
            <a:custGeom>
              <a:avLst/>
              <a:gdLst/>
              <a:ahLst/>
              <a:cxnLst/>
              <a:rect l="l" t="t" r="r" b="b"/>
              <a:pathLst>
                <a:path w="478790" h="1394459">
                  <a:moveTo>
                    <a:pt x="31629" y="0"/>
                  </a:moveTo>
                  <a:lnTo>
                    <a:pt x="0" y="9950"/>
                  </a:lnTo>
                  <a:lnTo>
                    <a:pt x="443663" y="1393941"/>
                  </a:lnTo>
                  <a:lnTo>
                    <a:pt x="478486" y="1393941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F9D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7529129" y="6145073"/>
              <a:ext cx="481965" cy="1403985"/>
            </a:xfrm>
            <a:custGeom>
              <a:avLst/>
              <a:gdLst/>
              <a:ahLst/>
              <a:cxnLst/>
              <a:rect l="l" t="t" r="r" b="b"/>
              <a:pathLst>
                <a:path w="481965" h="1403984">
                  <a:moveTo>
                    <a:pt x="31633" y="0"/>
                  </a:moveTo>
                  <a:lnTo>
                    <a:pt x="0" y="9964"/>
                  </a:lnTo>
                  <a:lnTo>
                    <a:pt x="446857" y="1403906"/>
                  </a:lnTo>
                  <a:lnTo>
                    <a:pt x="481679" y="140390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9D1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7560763" y="6135123"/>
              <a:ext cx="485140" cy="1414145"/>
            </a:xfrm>
            <a:custGeom>
              <a:avLst/>
              <a:gdLst/>
              <a:ahLst/>
              <a:cxnLst/>
              <a:rect l="l" t="t" r="r" b="b"/>
              <a:pathLst>
                <a:path w="485140" h="1414145">
                  <a:moveTo>
                    <a:pt x="31633" y="0"/>
                  </a:moveTo>
                  <a:lnTo>
                    <a:pt x="0" y="9950"/>
                  </a:lnTo>
                  <a:lnTo>
                    <a:pt x="450046" y="1413856"/>
                  </a:lnTo>
                  <a:lnTo>
                    <a:pt x="484869" y="141385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9C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7592396" y="6125158"/>
              <a:ext cx="488315" cy="1424305"/>
            </a:xfrm>
            <a:custGeom>
              <a:avLst/>
              <a:gdLst/>
              <a:ahLst/>
              <a:cxnLst/>
              <a:rect l="l" t="t" r="r" b="b"/>
              <a:pathLst>
                <a:path w="488315" h="1424304">
                  <a:moveTo>
                    <a:pt x="31619" y="0"/>
                  </a:moveTo>
                  <a:lnTo>
                    <a:pt x="0" y="9964"/>
                  </a:lnTo>
                  <a:lnTo>
                    <a:pt x="453236" y="1423821"/>
                  </a:lnTo>
                  <a:lnTo>
                    <a:pt x="488058" y="1423821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F9CC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7624015" y="6115208"/>
              <a:ext cx="491490" cy="1433830"/>
            </a:xfrm>
            <a:custGeom>
              <a:avLst/>
              <a:gdLst/>
              <a:ahLst/>
              <a:cxnLst/>
              <a:rect l="l" t="t" r="r" b="b"/>
              <a:pathLst>
                <a:path w="491490" h="1433829">
                  <a:moveTo>
                    <a:pt x="31633" y="0"/>
                  </a:moveTo>
                  <a:lnTo>
                    <a:pt x="0" y="9950"/>
                  </a:lnTo>
                  <a:lnTo>
                    <a:pt x="456439" y="1433771"/>
                  </a:lnTo>
                  <a:lnTo>
                    <a:pt x="491262" y="1433771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8C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7655648" y="6105244"/>
              <a:ext cx="494665" cy="1443990"/>
            </a:xfrm>
            <a:custGeom>
              <a:avLst/>
              <a:gdLst/>
              <a:ahLst/>
              <a:cxnLst/>
              <a:rect l="l" t="t" r="r" b="b"/>
              <a:pathLst>
                <a:path w="494665" h="1443990">
                  <a:moveTo>
                    <a:pt x="31617" y="0"/>
                  </a:moveTo>
                  <a:lnTo>
                    <a:pt x="0" y="9964"/>
                  </a:lnTo>
                  <a:lnTo>
                    <a:pt x="459629" y="1443736"/>
                  </a:lnTo>
                  <a:lnTo>
                    <a:pt x="494441" y="1443736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F5C5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7687266" y="6095293"/>
              <a:ext cx="497840" cy="1454150"/>
            </a:xfrm>
            <a:custGeom>
              <a:avLst/>
              <a:gdLst/>
              <a:ahLst/>
              <a:cxnLst/>
              <a:rect l="l" t="t" r="r" b="b"/>
              <a:pathLst>
                <a:path w="497840" h="1454150">
                  <a:moveTo>
                    <a:pt x="31633" y="0"/>
                  </a:moveTo>
                  <a:lnTo>
                    <a:pt x="0" y="9950"/>
                  </a:lnTo>
                  <a:lnTo>
                    <a:pt x="462823" y="1453686"/>
                  </a:lnTo>
                  <a:lnTo>
                    <a:pt x="497646" y="145368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5C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7718899" y="6085327"/>
              <a:ext cx="501015" cy="1463675"/>
            </a:xfrm>
            <a:custGeom>
              <a:avLst/>
              <a:gdLst/>
              <a:ahLst/>
              <a:cxnLst/>
              <a:rect l="l" t="t" r="r" b="b"/>
              <a:pathLst>
                <a:path w="501015" h="1463675">
                  <a:moveTo>
                    <a:pt x="31633" y="0"/>
                  </a:moveTo>
                  <a:lnTo>
                    <a:pt x="0" y="9965"/>
                  </a:lnTo>
                  <a:lnTo>
                    <a:pt x="466013" y="1463652"/>
                  </a:lnTo>
                  <a:lnTo>
                    <a:pt x="500835" y="1463652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5C1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7750533" y="6075377"/>
              <a:ext cx="504190" cy="1473835"/>
            </a:xfrm>
            <a:custGeom>
              <a:avLst/>
              <a:gdLst/>
              <a:ahLst/>
              <a:cxnLst/>
              <a:rect l="l" t="t" r="r" b="b"/>
              <a:pathLst>
                <a:path w="504190" h="1473834">
                  <a:moveTo>
                    <a:pt x="31619" y="0"/>
                  </a:moveTo>
                  <a:lnTo>
                    <a:pt x="0" y="9950"/>
                  </a:lnTo>
                  <a:lnTo>
                    <a:pt x="469202" y="1473602"/>
                  </a:lnTo>
                  <a:lnTo>
                    <a:pt x="504026" y="1473602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F2BD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7782152" y="6065413"/>
              <a:ext cx="507365" cy="1483995"/>
            </a:xfrm>
            <a:custGeom>
              <a:avLst/>
              <a:gdLst/>
              <a:ahLst/>
              <a:cxnLst/>
              <a:rect l="l" t="t" r="r" b="b"/>
              <a:pathLst>
                <a:path w="507365" h="1483995">
                  <a:moveTo>
                    <a:pt x="31633" y="0"/>
                  </a:moveTo>
                  <a:lnTo>
                    <a:pt x="0" y="9964"/>
                  </a:lnTo>
                  <a:lnTo>
                    <a:pt x="472406" y="1483567"/>
                  </a:lnTo>
                  <a:lnTo>
                    <a:pt x="507215" y="1483567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2BB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7813785" y="6055462"/>
              <a:ext cx="510540" cy="1493520"/>
            </a:xfrm>
            <a:custGeom>
              <a:avLst/>
              <a:gdLst/>
              <a:ahLst/>
              <a:cxnLst/>
              <a:rect l="l" t="t" r="r" b="b"/>
              <a:pathLst>
                <a:path w="510540" h="1493520">
                  <a:moveTo>
                    <a:pt x="31623" y="0"/>
                  </a:moveTo>
                  <a:lnTo>
                    <a:pt x="0" y="9950"/>
                  </a:lnTo>
                  <a:lnTo>
                    <a:pt x="475581" y="1493517"/>
                  </a:lnTo>
                  <a:lnTo>
                    <a:pt x="510404" y="1493517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2B9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7845408" y="6045498"/>
              <a:ext cx="513715" cy="1503680"/>
            </a:xfrm>
            <a:custGeom>
              <a:avLst/>
              <a:gdLst/>
              <a:ahLst/>
              <a:cxnLst/>
              <a:rect l="l" t="t" r="r" b="b"/>
              <a:pathLst>
                <a:path w="513715" h="1503679">
                  <a:moveTo>
                    <a:pt x="31629" y="0"/>
                  </a:moveTo>
                  <a:lnTo>
                    <a:pt x="0" y="9964"/>
                  </a:lnTo>
                  <a:lnTo>
                    <a:pt x="478781" y="1503481"/>
                  </a:lnTo>
                  <a:lnTo>
                    <a:pt x="513604" y="1503481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F1B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7877038" y="6035547"/>
              <a:ext cx="516890" cy="1513840"/>
            </a:xfrm>
            <a:custGeom>
              <a:avLst/>
              <a:gdLst/>
              <a:ahLst/>
              <a:cxnLst/>
              <a:rect l="l" t="t" r="r" b="b"/>
              <a:pathLst>
                <a:path w="516890" h="1513840">
                  <a:moveTo>
                    <a:pt x="31633" y="0"/>
                  </a:moveTo>
                  <a:lnTo>
                    <a:pt x="0" y="9950"/>
                  </a:lnTo>
                  <a:lnTo>
                    <a:pt x="481975" y="1513432"/>
                  </a:lnTo>
                  <a:lnTo>
                    <a:pt x="516797" y="1513432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1B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7908671" y="6025581"/>
              <a:ext cx="520065" cy="1524000"/>
            </a:xfrm>
            <a:custGeom>
              <a:avLst/>
              <a:gdLst/>
              <a:ahLst/>
              <a:cxnLst/>
              <a:rect l="l" t="t" r="r" b="b"/>
              <a:pathLst>
                <a:path w="520065" h="1524000">
                  <a:moveTo>
                    <a:pt x="31633" y="0"/>
                  </a:moveTo>
                  <a:lnTo>
                    <a:pt x="0" y="9965"/>
                  </a:lnTo>
                  <a:lnTo>
                    <a:pt x="485164" y="1523398"/>
                  </a:lnTo>
                  <a:lnTo>
                    <a:pt x="519987" y="1523398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1B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7940304" y="6015632"/>
              <a:ext cx="523240" cy="1533525"/>
            </a:xfrm>
            <a:custGeom>
              <a:avLst/>
              <a:gdLst/>
              <a:ahLst/>
              <a:cxnLst/>
              <a:rect l="l" t="t" r="r" b="b"/>
              <a:pathLst>
                <a:path w="523240" h="1533525">
                  <a:moveTo>
                    <a:pt x="31619" y="0"/>
                  </a:moveTo>
                  <a:lnTo>
                    <a:pt x="0" y="9949"/>
                  </a:lnTo>
                  <a:lnTo>
                    <a:pt x="488354" y="1533347"/>
                  </a:lnTo>
                  <a:lnTo>
                    <a:pt x="523166" y="1533347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F0AD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7971923" y="6005667"/>
              <a:ext cx="526415" cy="1543685"/>
            </a:xfrm>
            <a:custGeom>
              <a:avLst/>
              <a:gdLst/>
              <a:ahLst/>
              <a:cxnLst/>
              <a:rect l="l" t="t" r="r" b="b"/>
              <a:pathLst>
                <a:path w="526415" h="1543684">
                  <a:moveTo>
                    <a:pt x="31633" y="0"/>
                  </a:moveTo>
                  <a:lnTo>
                    <a:pt x="0" y="9965"/>
                  </a:lnTo>
                  <a:lnTo>
                    <a:pt x="491547" y="1543312"/>
                  </a:lnTo>
                  <a:lnTo>
                    <a:pt x="526369" y="1543312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0AC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8003556" y="5995716"/>
              <a:ext cx="529590" cy="1553845"/>
            </a:xfrm>
            <a:custGeom>
              <a:avLst/>
              <a:gdLst/>
              <a:ahLst/>
              <a:cxnLst/>
              <a:rect l="l" t="t" r="r" b="b"/>
              <a:pathLst>
                <a:path w="529590" h="1553845">
                  <a:moveTo>
                    <a:pt x="31617" y="0"/>
                  </a:moveTo>
                  <a:lnTo>
                    <a:pt x="0" y="9950"/>
                  </a:lnTo>
                  <a:lnTo>
                    <a:pt x="494736" y="1553263"/>
                  </a:lnTo>
                  <a:lnTo>
                    <a:pt x="529559" y="1553263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F0AA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8035174" y="5985752"/>
              <a:ext cx="532765" cy="1563370"/>
            </a:xfrm>
            <a:custGeom>
              <a:avLst/>
              <a:gdLst/>
              <a:ahLst/>
              <a:cxnLst/>
              <a:rect l="l" t="t" r="r" b="b"/>
              <a:pathLst>
                <a:path w="532765" h="1563370">
                  <a:moveTo>
                    <a:pt x="31633" y="0"/>
                  </a:moveTo>
                  <a:lnTo>
                    <a:pt x="0" y="9964"/>
                  </a:lnTo>
                  <a:lnTo>
                    <a:pt x="497941" y="1563227"/>
                  </a:lnTo>
                  <a:lnTo>
                    <a:pt x="532764" y="1563227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F0A6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8066807" y="5975801"/>
              <a:ext cx="536575" cy="1573530"/>
            </a:xfrm>
            <a:custGeom>
              <a:avLst/>
              <a:gdLst/>
              <a:ahLst/>
              <a:cxnLst/>
              <a:rect l="l" t="t" r="r" b="b"/>
              <a:pathLst>
                <a:path w="536575" h="1573529">
                  <a:moveTo>
                    <a:pt x="31633" y="0"/>
                  </a:moveTo>
                  <a:lnTo>
                    <a:pt x="0" y="9950"/>
                  </a:lnTo>
                  <a:lnTo>
                    <a:pt x="501131" y="1573178"/>
                  </a:lnTo>
                  <a:lnTo>
                    <a:pt x="535950" y="1573178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EDA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8098440" y="5965837"/>
              <a:ext cx="539750" cy="1583690"/>
            </a:xfrm>
            <a:custGeom>
              <a:avLst/>
              <a:gdLst/>
              <a:ahLst/>
              <a:cxnLst/>
              <a:rect l="l" t="t" r="r" b="b"/>
              <a:pathLst>
                <a:path w="539750" h="1583690">
                  <a:moveTo>
                    <a:pt x="31619" y="0"/>
                  </a:moveTo>
                  <a:lnTo>
                    <a:pt x="0" y="9964"/>
                  </a:lnTo>
                  <a:lnTo>
                    <a:pt x="504317" y="1583142"/>
                  </a:lnTo>
                  <a:lnTo>
                    <a:pt x="539128" y="1583142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EBA3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8130059" y="5955886"/>
              <a:ext cx="542925" cy="1593215"/>
            </a:xfrm>
            <a:custGeom>
              <a:avLst/>
              <a:gdLst/>
              <a:ahLst/>
              <a:cxnLst/>
              <a:rect l="l" t="t" r="r" b="b"/>
              <a:pathLst>
                <a:path w="542925" h="1593215">
                  <a:moveTo>
                    <a:pt x="31633" y="0"/>
                  </a:moveTo>
                  <a:lnTo>
                    <a:pt x="0" y="9950"/>
                  </a:lnTo>
                  <a:lnTo>
                    <a:pt x="507509" y="1593093"/>
                  </a:lnTo>
                  <a:lnTo>
                    <a:pt x="542333" y="1593093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E9A1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8161692" y="5945921"/>
              <a:ext cx="546100" cy="1603375"/>
            </a:xfrm>
            <a:custGeom>
              <a:avLst/>
              <a:gdLst/>
              <a:ahLst/>
              <a:cxnLst/>
              <a:rect l="l" t="t" r="r" b="b"/>
              <a:pathLst>
                <a:path w="546100" h="1603375">
                  <a:moveTo>
                    <a:pt x="31633" y="0"/>
                  </a:moveTo>
                  <a:lnTo>
                    <a:pt x="0" y="9965"/>
                  </a:lnTo>
                  <a:lnTo>
                    <a:pt x="510700" y="1603058"/>
                  </a:lnTo>
                  <a:lnTo>
                    <a:pt x="545522" y="1603058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E79E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8193326" y="5935970"/>
              <a:ext cx="549275" cy="1613535"/>
            </a:xfrm>
            <a:custGeom>
              <a:avLst/>
              <a:gdLst/>
              <a:ahLst/>
              <a:cxnLst/>
              <a:rect l="l" t="t" r="r" b="b"/>
              <a:pathLst>
                <a:path w="549275" h="1613534">
                  <a:moveTo>
                    <a:pt x="31629" y="0"/>
                  </a:moveTo>
                  <a:lnTo>
                    <a:pt x="0" y="9950"/>
                  </a:lnTo>
                  <a:lnTo>
                    <a:pt x="513888" y="1613009"/>
                  </a:lnTo>
                  <a:lnTo>
                    <a:pt x="548712" y="1613009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E59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8224955" y="5926006"/>
              <a:ext cx="552450" cy="1623060"/>
            </a:xfrm>
            <a:custGeom>
              <a:avLst/>
              <a:gdLst/>
              <a:ahLst/>
              <a:cxnLst/>
              <a:rect l="l" t="t" r="r" b="b"/>
              <a:pathLst>
                <a:path w="552450" h="1623059">
                  <a:moveTo>
                    <a:pt x="31622" y="0"/>
                  </a:moveTo>
                  <a:lnTo>
                    <a:pt x="0" y="9964"/>
                  </a:lnTo>
                  <a:lnTo>
                    <a:pt x="517083" y="1622973"/>
                  </a:lnTo>
                  <a:lnTo>
                    <a:pt x="551905" y="1622973"/>
                  </a:lnTo>
                  <a:lnTo>
                    <a:pt x="31622" y="0"/>
                  </a:lnTo>
                  <a:close/>
                </a:path>
              </a:pathLst>
            </a:custGeom>
            <a:solidFill>
              <a:srgbClr val="E199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8256578" y="5916055"/>
              <a:ext cx="555625" cy="1633220"/>
            </a:xfrm>
            <a:custGeom>
              <a:avLst/>
              <a:gdLst/>
              <a:ahLst/>
              <a:cxnLst/>
              <a:rect l="l" t="t" r="r" b="b"/>
              <a:pathLst>
                <a:path w="555625" h="1633220">
                  <a:moveTo>
                    <a:pt x="31633" y="0"/>
                  </a:moveTo>
                  <a:lnTo>
                    <a:pt x="0" y="9950"/>
                  </a:lnTo>
                  <a:lnTo>
                    <a:pt x="520282" y="1632924"/>
                  </a:lnTo>
                  <a:lnTo>
                    <a:pt x="555105" y="1632924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E199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8288211" y="5906091"/>
              <a:ext cx="558800" cy="1643380"/>
            </a:xfrm>
            <a:custGeom>
              <a:avLst/>
              <a:gdLst/>
              <a:ahLst/>
              <a:cxnLst/>
              <a:rect l="l" t="t" r="r" b="b"/>
              <a:pathLst>
                <a:path w="558800" h="1643379">
                  <a:moveTo>
                    <a:pt x="31619" y="0"/>
                  </a:moveTo>
                  <a:lnTo>
                    <a:pt x="0" y="9964"/>
                  </a:lnTo>
                  <a:lnTo>
                    <a:pt x="523472" y="1642888"/>
                  </a:lnTo>
                  <a:lnTo>
                    <a:pt x="558294" y="1642888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DF97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8319831" y="5896140"/>
              <a:ext cx="561975" cy="1652905"/>
            </a:xfrm>
            <a:custGeom>
              <a:avLst/>
              <a:gdLst/>
              <a:ahLst/>
              <a:cxnLst/>
              <a:rect l="l" t="t" r="r" b="b"/>
              <a:pathLst>
                <a:path w="561975" h="1652904">
                  <a:moveTo>
                    <a:pt x="31633" y="0"/>
                  </a:moveTo>
                  <a:lnTo>
                    <a:pt x="0" y="9950"/>
                  </a:lnTo>
                  <a:lnTo>
                    <a:pt x="526675" y="1652838"/>
                  </a:lnTo>
                  <a:lnTo>
                    <a:pt x="561484" y="1652838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DC95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8351464" y="5886176"/>
              <a:ext cx="565150" cy="1663064"/>
            </a:xfrm>
            <a:custGeom>
              <a:avLst/>
              <a:gdLst/>
              <a:ahLst/>
              <a:cxnLst/>
              <a:rect l="l" t="t" r="r" b="b"/>
              <a:pathLst>
                <a:path w="565150" h="1663065">
                  <a:moveTo>
                    <a:pt x="31629" y="0"/>
                  </a:moveTo>
                  <a:lnTo>
                    <a:pt x="0" y="9964"/>
                  </a:lnTo>
                  <a:lnTo>
                    <a:pt x="529851" y="1662803"/>
                  </a:lnTo>
                  <a:lnTo>
                    <a:pt x="564663" y="1662803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DA9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8383093" y="5876226"/>
              <a:ext cx="568325" cy="1673225"/>
            </a:xfrm>
            <a:custGeom>
              <a:avLst/>
              <a:gdLst/>
              <a:ahLst/>
              <a:cxnLst/>
              <a:rect l="l" t="t" r="r" b="b"/>
              <a:pathLst>
                <a:path w="568325" h="1673225">
                  <a:moveTo>
                    <a:pt x="31621" y="0"/>
                  </a:moveTo>
                  <a:lnTo>
                    <a:pt x="0" y="9950"/>
                  </a:lnTo>
                  <a:lnTo>
                    <a:pt x="533034" y="1672753"/>
                  </a:lnTo>
                  <a:lnTo>
                    <a:pt x="567856" y="1672753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D59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8414715" y="5866260"/>
              <a:ext cx="571500" cy="1682750"/>
            </a:xfrm>
            <a:custGeom>
              <a:avLst/>
              <a:gdLst/>
              <a:ahLst/>
              <a:cxnLst/>
              <a:rect l="l" t="t" r="r" b="b"/>
              <a:pathLst>
                <a:path w="571500" h="1682750">
                  <a:moveTo>
                    <a:pt x="31633" y="0"/>
                  </a:moveTo>
                  <a:lnTo>
                    <a:pt x="0" y="9965"/>
                  </a:lnTo>
                  <a:lnTo>
                    <a:pt x="536234" y="1682719"/>
                  </a:lnTo>
                  <a:lnTo>
                    <a:pt x="571058" y="1682719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D38E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8446348" y="5856309"/>
              <a:ext cx="574675" cy="1692910"/>
            </a:xfrm>
            <a:custGeom>
              <a:avLst/>
              <a:gdLst/>
              <a:ahLst/>
              <a:cxnLst/>
              <a:rect l="l" t="t" r="r" b="b"/>
              <a:pathLst>
                <a:path w="574675" h="1692909">
                  <a:moveTo>
                    <a:pt x="31630" y="0"/>
                  </a:moveTo>
                  <a:lnTo>
                    <a:pt x="0" y="9950"/>
                  </a:lnTo>
                  <a:lnTo>
                    <a:pt x="539424" y="1692669"/>
                  </a:lnTo>
                  <a:lnTo>
                    <a:pt x="574247" y="1692669"/>
                  </a:lnTo>
                  <a:lnTo>
                    <a:pt x="31630" y="0"/>
                  </a:lnTo>
                  <a:close/>
                </a:path>
              </a:pathLst>
            </a:custGeom>
            <a:solidFill>
              <a:srgbClr val="D38C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8477979" y="5846345"/>
              <a:ext cx="577850" cy="1703070"/>
            </a:xfrm>
            <a:custGeom>
              <a:avLst/>
              <a:gdLst/>
              <a:ahLst/>
              <a:cxnLst/>
              <a:rect l="l" t="t" r="r" b="b"/>
              <a:pathLst>
                <a:path w="577850" h="1703070">
                  <a:moveTo>
                    <a:pt x="31621" y="0"/>
                  </a:moveTo>
                  <a:lnTo>
                    <a:pt x="0" y="9964"/>
                  </a:lnTo>
                  <a:lnTo>
                    <a:pt x="542616" y="1702634"/>
                  </a:lnTo>
                  <a:lnTo>
                    <a:pt x="577439" y="1702634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CF89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8509600" y="5836395"/>
              <a:ext cx="581025" cy="1712595"/>
            </a:xfrm>
            <a:custGeom>
              <a:avLst/>
              <a:gdLst/>
              <a:ahLst/>
              <a:cxnLst/>
              <a:rect l="l" t="t" r="r" b="b"/>
              <a:pathLst>
                <a:path w="581025" h="1712595">
                  <a:moveTo>
                    <a:pt x="31633" y="0"/>
                  </a:moveTo>
                  <a:lnTo>
                    <a:pt x="0" y="9950"/>
                  </a:lnTo>
                  <a:lnTo>
                    <a:pt x="545818" y="1712584"/>
                  </a:lnTo>
                  <a:lnTo>
                    <a:pt x="580630" y="1712584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CD8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8541234" y="5826440"/>
              <a:ext cx="584200" cy="1722755"/>
            </a:xfrm>
            <a:custGeom>
              <a:avLst/>
              <a:gdLst/>
              <a:ahLst/>
              <a:cxnLst/>
              <a:rect l="l" t="t" r="r" b="b"/>
              <a:pathLst>
                <a:path w="584200" h="1722754">
                  <a:moveTo>
                    <a:pt x="31619" y="0"/>
                  </a:moveTo>
                  <a:lnTo>
                    <a:pt x="0" y="9954"/>
                  </a:lnTo>
                  <a:lnTo>
                    <a:pt x="548996" y="1722539"/>
                  </a:lnTo>
                  <a:lnTo>
                    <a:pt x="583819" y="1722539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C985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8572853" y="5816480"/>
              <a:ext cx="587375" cy="1732914"/>
            </a:xfrm>
            <a:custGeom>
              <a:avLst/>
              <a:gdLst/>
              <a:ahLst/>
              <a:cxnLst/>
              <a:rect l="l" t="t" r="r" b="b"/>
              <a:pathLst>
                <a:path w="587375" h="1732915">
                  <a:moveTo>
                    <a:pt x="31633" y="0"/>
                  </a:moveTo>
                  <a:lnTo>
                    <a:pt x="0" y="9960"/>
                  </a:lnTo>
                  <a:lnTo>
                    <a:pt x="552199" y="1732499"/>
                  </a:lnTo>
                  <a:lnTo>
                    <a:pt x="587023" y="1732499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C783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8604486" y="5806515"/>
              <a:ext cx="590550" cy="1743075"/>
            </a:xfrm>
            <a:custGeom>
              <a:avLst/>
              <a:gdLst/>
              <a:ahLst/>
              <a:cxnLst/>
              <a:rect l="l" t="t" r="r" b="b"/>
              <a:pathLst>
                <a:path w="590550" h="1743075">
                  <a:moveTo>
                    <a:pt x="31629" y="0"/>
                  </a:moveTo>
                  <a:lnTo>
                    <a:pt x="0" y="9964"/>
                  </a:lnTo>
                  <a:lnTo>
                    <a:pt x="555390" y="1742464"/>
                  </a:lnTo>
                  <a:lnTo>
                    <a:pt x="590208" y="1742464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C58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8636115" y="5796565"/>
              <a:ext cx="593725" cy="1752600"/>
            </a:xfrm>
            <a:custGeom>
              <a:avLst/>
              <a:gdLst/>
              <a:ahLst/>
              <a:cxnLst/>
              <a:rect l="l" t="t" r="r" b="b"/>
              <a:pathLst>
                <a:path w="593725" h="1752600">
                  <a:moveTo>
                    <a:pt x="31623" y="0"/>
                  </a:moveTo>
                  <a:lnTo>
                    <a:pt x="0" y="9950"/>
                  </a:lnTo>
                  <a:lnTo>
                    <a:pt x="558579" y="1752414"/>
                  </a:lnTo>
                  <a:lnTo>
                    <a:pt x="593402" y="1752414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C38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8667738" y="5786611"/>
              <a:ext cx="596900" cy="1762760"/>
            </a:xfrm>
            <a:custGeom>
              <a:avLst/>
              <a:gdLst/>
              <a:ahLst/>
              <a:cxnLst/>
              <a:rect l="l" t="t" r="r" b="b"/>
              <a:pathLst>
                <a:path w="596900" h="1762759">
                  <a:moveTo>
                    <a:pt x="31633" y="0"/>
                  </a:moveTo>
                  <a:lnTo>
                    <a:pt x="0" y="9954"/>
                  </a:lnTo>
                  <a:lnTo>
                    <a:pt x="561779" y="1762368"/>
                  </a:lnTo>
                  <a:lnTo>
                    <a:pt x="596602" y="1762368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C27E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8699371" y="5776649"/>
              <a:ext cx="600075" cy="1772920"/>
            </a:xfrm>
            <a:custGeom>
              <a:avLst/>
              <a:gdLst/>
              <a:ahLst/>
              <a:cxnLst/>
              <a:rect l="l" t="t" r="r" b="b"/>
              <a:pathLst>
                <a:path w="600075" h="1772920">
                  <a:moveTo>
                    <a:pt x="31629" y="0"/>
                  </a:moveTo>
                  <a:lnTo>
                    <a:pt x="0" y="9961"/>
                  </a:lnTo>
                  <a:lnTo>
                    <a:pt x="564969" y="1772330"/>
                  </a:lnTo>
                  <a:lnTo>
                    <a:pt x="599791" y="1772330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C07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8731000" y="5766696"/>
              <a:ext cx="603250" cy="1782445"/>
            </a:xfrm>
            <a:custGeom>
              <a:avLst/>
              <a:gdLst/>
              <a:ahLst/>
              <a:cxnLst/>
              <a:rect l="l" t="t" r="r" b="b"/>
              <a:pathLst>
                <a:path w="603250" h="1782445">
                  <a:moveTo>
                    <a:pt x="31621" y="0"/>
                  </a:moveTo>
                  <a:lnTo>
                    <a:pt x="0" y="9952"/>
                  </a:lnTo>
                  <a:lnTo>
                    <a:pt x="568162" y="1782283"/>
                  </a:lnTo>
                  <a:lnTo>
                    <a:pt x="602974" y="1782283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BE7B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8762622" y="5756734"/>
              <a:ext cx="606425" cy="1792605"/>
            </a:xfrm>
            <a:custGeom>
              <a:avLst/>
              <a:gdLst/>
              <a:ahLst/>
              <a:cxnLst/>
              <a:rect l="l" t="t" r="r" b="b"/>
              <a:pathLst>
                <a:path w="606425" h="1792604">
                  <a:moveTo>
                    <a:pt x="31630" y="0"/>
                  </a:moveTo>
                  <a:lnTo>
                    <a:pt x="0" y="9961"/>
                  </a:lnTo>
                  <a:lnTo>
                    <a:pt x="571352" y="1792245"/>
                  </a:lnTo>
                  <a:lnTo>
                    <a:pt x="606176" y="1792245"/>
                  </a:lnTo>
                  <a:lnTo>
                    <a:pt x="31630" y="0"/>
                  </a:lnTo>
                  <a:close/>
                </a:path>
              </a:pathLst>
            </a:custGeom>
            <a:solidFill>
              <a:srgbClr val="BB7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8794253" y="5746780"/>
              <a:ext cx="609600" cy="1802764"/>
            </a:xfrm>
            <a:custGeom>
              <a:avLst/>
              <a:gdLst/>
              <a:ahLst/>
              <a:cxnLst/>
              <a:rect l="l" t="t" r="r" b="b"/>
              <a:pathLst>
                <a:path w="609600" h="1802765">
                  <a:moveTo>
                    <a:pt x="31633" y="0"/>
                  </a:moveTo>
                  <a:lnTo>
                    <a:pt x="0" y="9954"/>
                  </a:lnTo>
                  <a:lnTo>
                    <a:pt x="574545" y="1802199"/>
                  </a:lnTo>
                  <a:lnTo>
                    <a:pt x="609367" y="1802199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775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8825886" y="5736819"/>
              <a:ext cx="612775" cy="1812289"/>
            </a:xfrm>
            <a:custGeom>
              <a:avLst/>
              <a:gdLst/>
              <a:ahLst/>
              <a:cxnLst/>
              <a:rect l="l" t="t" r="r" b="b"/>
              <a:pathLst>
                <a:path w="612775" h="1812290">
                  <a:moveTo>
                    <a:pt x="31621" y="0"/>
                  </a:moveTo>
                  <a:lnTo>
                    <a:pt x="0" y="9960"/>
                  </a:lnTo>
                  <a:lnTo>
                    <a:pt x="577734" y="1812160"/>
                  </a:lnTo>
                  <a:lnTo>
                    <a:pt x="612557" y="1812160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B67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8857508" y="5726855"/>
              <a:ext cx="615950" cy="1822450"/>
            </a:xfrm>
            <a:custGeom>
              <a:avLst/>
              <a:gdLst/>
              <a:ahLst/>
              <a:cxnLst/>
              <a:rect l="l" t="t" r="r" b="b"/>
              <a:pathLst>
                <a:path w="615950" h="1822450">
                  <a:moveTo>
                    <a:pt x="31629" y="0"/>
                  </a:moveTo>
                  <a:lnTo>
                    <a:pt x="0" y="9964"/>
                  </a:lnTo>
                  <a:lnTo>
                    <a:pt x="580936" y="1822124"/>
                  </a:lnTo>
                  <a:lnTo>
                    <a:pt x="615758" y="1822124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B27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8889137" y="5716901"/>
              <a:ext cx="619125" cy="1832610"/>
            </a:xfrm>
            <a:custGeom>
              <a:avLst/>
              <a:gdLst/>
              <a:ahLst/>
              <a:cxnLst/>
              <a:rect l="l" t="t" r="r" b="b"/>
              <a:pathLst>
                <a:path w="619125" h="1832609">
                  <a:moveTo>
                    <a:pt x="31633" y="0"/>
                  </a:moveTo>
                  <a:lnTo>
                    <a:pt x="0" y="9954"/>
                  </a:lnTo>
                  <a:lnTo>
                    <a:pt x="584128" y="1832079"/>
                  </a:lnTo>
                  <a:lnTo>
                    <a:pt x="618937" y="1832079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16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8920770" y="5706950"/>
              <a:ext cx="622300" cy="1842135"/>
            </a:xfrm>
            <a:custGeom>
              <a:avLst/>
              <a:gdLst/>
              <a:ahLst/>
              <a:cxnLst/>
              <a:rect l="l" t="t" r="r" b="b"/>
              <a:pathLst>
                <a:path w="622300" h="1842134">
                  <a:moveTo>
                    <a:pt x="31633" y="0"/>
                  </a:moveTo>
                  <a:lnTo>
                    <a:pt x="0" y="9950"/>
                  </a:lnTo>
                  <a:lnTo>
                    <a:pt x="587303" y="1842029"/>
                  </a:lnTo>
                  <a:lnTo>
                    <a:pt x="622127" y="1842029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AF6D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8952404" y="5696985"/>
              <a:ext cx="625475" cy="1852295"/>
            </a:xfrm>
            <a:custGeom>
              <a:avLst/>
              <a:gdLst/>
              <a:ahLst/>
              <a:cxnLst/>
              <a:rect l="l" t="t" r="r" b="b"/>
              <a:pathLst>
                <a:path w="625475" h="1852295">
                  <a:moveTo>
                    <a:pt x="31619" y="0"/>
                  </a:moveTo>
                  <a:lnTo>
                    <a:pt x="0" y="9964"/>
                  </a:lnTo>
                  <a:lnTo>
                    <a:pt x="590494" y="1851994"/>
                  </a:lnTo>
                  <a:lnTo>
                    <a:pt x="625316" y="1851994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AD6C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8984023" y="5687035"/>
              <a:ext cx="628650" cy="1862455"/>
            </a:xfrm>
            <a:custGeom>
              <a:avLst/>
              <a:gdLst/>
              <a:ahLst/>
              <a:cxnLst/>
              <a:rect l="l" t="t" r="r" b="b"/>
              <a:pathLst>
                <a:path w="628650" h="1862454">
                  <a:moveTo>
                    <a:pt x="31633" y="0"/>
                  </a:moveTo>
                  <a:lnTo>
                    <a:pt x="0" y="9950"/>
                  </a:lnTo>
                  <a:lnTo>
                    <a:pt x="593697" y="1861944"/>
                  </a:lnTo>
                  <a:lnTo>
                    <a:pt x="628520" y="1861944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AA6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9015656" y="5677069"/>
              <a:ext cx="631825" cy="1871980"/>
            </a:xfrm>
            <a:custGeom>
              <a:avLst/>
              <a:gdLst/>
              <a:ahLst/>
              <a:cxnLst/>
              <a:rect l="l" t="t" r="r" b="b"/>
              <a:pathLst>
                <a:path w="631825" h="1871979">
                  <a:moveTo>
                    <a:pt x="31619" y="0"/>
                  </a:moveTo>
                  <a:lnTo>
                    <a:pt x="0" y="9965"/>
                  </a:lnTo>
                  <a:lnTo>
                    <a:pt x="596887" y="1871910"/>
                  </a:lnTo>
                  <a:lnTo>
                    <a:pt x="631699" y="1871910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9047275" y="5667119"/>
              <a:ext cx="635000" cy="1882139"/>
            </a:xfrm>
            <a:custGeom>
              <a:avLst/>
              <a:gdLst/>
              <a:ahLst/>
              <a:cxnLst/>
              <a:rect l="l" t="t" r="r" b="b"/>
              <a:pathLst>
                <a:path w="635000" h="1882140">
                  <a:moveTo>
                    <a:pt x="31633" y="0"/>
                  </a:moveTo>
                  <a:lnTo>
                    <a:pt x="0" y="9950"/>
                  </a:lnTo>
                  <a:lnTo>
                    <a:pt x="600080" y="1881860"/>
                  </a:lnTo>
                  <a:lnTo>
                    <a:pt x="634903" y="1881860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A56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9078900" y="5647214"/>
              <a:ext cx="673100" cy="1901825"/>
            </a:xfrm>
            <a:custGeom>
              <a:avLst/>
              <a:gdLst/>
              <a:ahLst/>
              <a:cxnLst/>
              <a:rect l="l" t="t" r="r" b="b"/>
              <a:pathLst>
                <a:path w="673100" h="1901825">
                  <a:moveTo>
                    <a:pt x="672909" y="1901774"/>
                  </a:moveTo>
                  <a:lnTo>
                    <a:pt x="63258" y="0"/>
                  </a:lnTo>
                  <a:lnTo>
                    <a:pt x="31635" y="9944"/>
                  </a:lnTo>
                  <a:lnTo>
                    <a:pt x="0" y="19913"/>
                  </a:lnTo>
                  <a:lnTo>
                    <a:pt x="603275" y="1901774"/>
                  </a:lnTo>
                  <a:lnTo>
                    <a:pt x="638098" y="1901774"/>
                  </a:lnTo>
                  <a:lnTo>
                    <a:pt x="672909" y="1901774"/>
                  </a:lnTo>
                  <a:close/>
                </a:path>
              </a:pathLst>
            </a:custGeom>
            <a:solidFill>
              <a:srgbClr val="A364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9142159" y="5637240"/>
              <a:ext cx="644525" cy="1911985"/>
            </a:xfrm>
            <a:custGeom>
              <a:avLst/>
              <a:gdLst/>
              <a:ahLst/>
              <a:cxnLst/>
              <a:rect l="l" t="t" r="r" b="b"/>
              <a:pathLst>
                <a:path w="644525" h="1911984">
                  <a:moveTo>
                    <a:pt x="31634" y="0"/>
                  </a:moveTo>
                  <a:lnTo>
                    <a:pt x="0" y="9964"/>
                  </a:lnTo>
                  <a:lnTo>
                    <a:pt x="609653" y="1911739"/>
                  </a:lnTo>
                  <a:lnTo>
                    <a:pt x="644472" y="1911739"/>
                  </a:lnTo>
                  <a:lnTo>
                    <a:pt x="31634" y="0"/>
                  </a:lnTo>
                  <a:close/>
                </a:path>
              </a:pathLst>
            </a:custGeom>
            <a:solidFill>
              <a:srgbClr val="A56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9173793" y="5627289"/>
              <a:ext cx="647700" cy="1922145"/>
            </a:xfrm>
            <a:custGeom>
              <a:avLst/>
              <a:gdLst/>
              <a:ahLst/>
              <a:cxnLst/>
              <a:rect l="l" t="t" r="r" b="b"/>
              <a:pathLst>
                <a:path w="647700" h="1922145">
                  <a:moveTo>
                    <a:pt x="31621" y="0"/>
                  </a:moveTo>
                  <a:lnTo>
                    <a:pt x="0" y="9950"/>
                  </a:lnTo>
                  <a:lnTo>
                    <a:pt x="612838" y="1921690"/>
                  </a:lnTo>
                  <a:lnTo>
                    <a:pt x="647660" y="1921690"/>
                  </a:lnTo>
                  <a:lnTo>
                    <a:pt x="31621" y="0"/>
                  </a:lnTo>
                  <a:close/>
                </a:path>
              </a:pathLst>
            </a:custGeom>
            <a:solidFill>
              <a:srgbClr val="A76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9205416" y="5617323"/>
              <a:ext cx="650875" cy="1931670"/>
            </a:xfrm>
            <a:custGeom>
              <a:avLst/>
              <a:gdLst/>
              <a:ahLst/>
              <a:cxnLst/>
              <a:rect l="l" t="t" r="r" b="b"/>
              <a:pathLst>
                <a:path w="650875" h="1931670">
                  <a:moveTo>
                    <a:pt x="31629" y="0"/>
                  </a:moveTo>
                  <a:lnTo>
                    <a:pt x="0" y="9965"/>
                  </a:lnTo>
                  <a:lnTo>
                    <a:pt x="616038" y="1931656"/>
                  </a:lnTo>
                  <a:lnTo>
                    <a:pt x="650862" y="1931656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9237040" y="5597418"/>
              <a:ext cx="688975" cy="1951989"/>
            </a:xfrm>
            <a:custGeom>
              <a:avLst/>
              <a:gdLst/>
              <a:ahLst/>
              <a:cxnLst/>
              <a:rect l="l" t="t" r="r" b="b"/>
              <a:pathLst>
                <a:path w="688975" h="1951990">
                  <a:moveTo>
                    <a:pt x="688873" y="1951570"/>
                  </a:moveTo>
                  <a:lnTo>
                    <a:pt x="63246" y="0"/>
                  </a:lnTo>
                  <a:lnTo>
                    <a:pt x="31635" y="9956"/>
                  </a:lnTo>
                  <a:lnTo>
                    <a:pt x="0" y="19913"/>
                  </a:lnTo>
                  <a:lnTo>
                    <a:pt x="619226" y="1951570"/>
                  </a:lnTo>
                  <a:lnTo>
                    <a:pt x="654050" y="1951570"/>
                  </a:lnTo>
                  <a:lnTo>
                    <a:pt x="688873" y="1951570"/>
                  </a:lnTo>
                  <a:close/>
                </a:path>
              </a:pathLst>
            </a:custGeom>
            <a:solidFill>
              <a:srgbClr val="AA6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9300297" y="5587458"/>
              <a:ext cx="661035" cy="1961514"/>
            </a:xfrm>
            <a:custGeom>
              <a:avLst/>
              <a:gdLst/>
              <a:ahLst/>
              <a:cxnLst/>
              <a:rect l="l" t="t" r="r" b="b"/>
              <a:pathLst>
                <a:path w="661034" h="1961515">
                  <a:moveTo>
                    <a:pt x="31633" y="0"/>
                  </a:moveTo>
                  <a:lnTo>
                    <a:pt x="0" y="9950"/>
                  </a:lnTo>
                  <a:lnTo>
                    <a:pt x="625626" y="1961521"/>
                  </a:lnTo>
                  <a:lnTo>
                    <a:pt x="660448" y="1961521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AC6C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9331930" y="5577494"/>
              <a:ext cx="664210" cy="1971675"/>
            </a:xfrm>
            <a:custGeom>
              <a:avLst/>
              <a:gdLst/>
              <a:ahLst/>
              <a:cxnLst/>
              <a:rect l="l" t="t" r="r" b="b"/>
              <a:pathLst>
                <a:path w="664209" h="1971675">
                  <a:moveTo>
                    <a:pt x="31633" y="0"/>
                  </a:moveTo>
                  <a:lnTo>
                    <a:pt x="0" y="9964"/>
                  </a:lnTo>
                  <a:lnTo>
                    <a:pt x="628815" y="1971485"/>
                  </a:lnTo>
                  <a:lnTo>
                    <a:pt x="663638" y="1971485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AD6C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9363563" y="5567543"/>
              <a:ext cx="667385" cy="1981835"/>
            </a:xfrm>
            <a:custGeom>
              <a:avLst/>
              <a:gdLst/>
              <a:ahLst/>
              <a:cxnLst/>
              <a:rect l="l" t="t" r="r" b="b"/>
              <a:pathLst>
                <a:path w="667384" h="1981834">
                  <a:moveTo>
                    <a:pt x="31619" y="0"/>
                  </a:moveTo>
                  <a:lnTo>
                    <a:pt x="0" y="9950"/>
                  </a:lnTo>
                  <a:lnTo>
                    <a:pt x="632005" y="1981436"/>
                  </a:lnTo>
                  <a:lnTo>
                    <a:pt x="666817" y="1981436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AF6D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9395183" y="5557579"/>
              <a:ext cx="670560" cy="1991995"/>
            </a:xfrm>
            <a:custGeom>
              <a:avLst/>
              <a:gdLst/>
              <a:ahLst/>
              <a:cxnLst/>
              <a:rect l="l" t="t" r="r" b="b"/>
              <a:pathLst>
                <a:path w="670559" h="1991995">
                  <a:moveTo>
                    <a:pt x="31633" y="0"/>
                  </a:moveTo>
                  <a:lnTo>
                    <a:pt x="0" y="9964"/>
                  </a:lnTo>
                  <a:lnTo>
                    <a:pt x="635198" y="1991400"/>
                  </a:lnTo>
                  <a:lnTo>
                    <a:pt x="670020" y="1991400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AF6F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9426816" y="5547628"/>
              <a:ext cx="673735" cy="2001520"/>
            </a:xfrm>
            <a:custGeom>
              <a:avLst/>
              <a:gdLst/>
              <a:ahLst/>
              <a:cxnLst/>
              <a:rect l="l" t="t" r="r" b="b"/>
              <a:pathLst>
                <a:path w="673734" h="2001520">
                  <a:moveTo>
                    <a:pt x="31633" y="0"/>
                  </a:moveTo>
                  <a:lnTo>
                    <a:pt x="0" y="9950"/>
                  </a:lnTo>
                  <a:lnTo>
                    <a:pt x="638387" y="2001351"/>
                  </a:lnTo>
                  <a:lnTo>
                    <a:pt x="673210" y="2001351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270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9458449" y="5537663"/>
              <a:ext cx="676910" cy="2011680"/>
            </a:xfrm>
            <a:custGeom>
              <a:avLst/>
              <a:gdLst/>
              <a:ahLst/>
              <a:cxnLst/>
              <a:rect l="l" t="t" r="r" b="b"/>
              <a:pathLst>
                <a:path w="676909" h="2011679">
                  <a:moveTo>
                    <a:pt x="31629" y="0"/>
                  </a:moveTo>
                  <a:lnTo>
                    <a:pt x="0" y="9965"/>
                  </a:lnTo>
                  <a:lnTo>
                    <a:pt x="641577" y="2011316"/>
                  </a:lnTo>
                  <a:lnTo>
                    <a:pt x="676400" y="2011316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B27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9490078" y="5527712"/>
              <a:ext cx="680085" cy="2021839"/>
            </a:xfrm>
            <a:custGeom>
              <a:avLst/>
              <a:gdLst/>
              <a:ahLst/>
              <a:cxnLst/>
              <a:rect l="l" t="t" r="r" b="b"/>
              <a:pathLst>
                <a:path w="680084" h="2021840">
                  <a:moveTo>
                    <a:pt x="31623" y="0"/>
                  </a:moveTo>
                  <a:lnTo>
                    <a:pt x="0" y="9950"/>
                  </a:lnTo>
                  <a:lnTo>
                    <a:pt x="644771" y="2021267"/>
                  </a:lnTo>
                  <a:lnTo>
                    <a:pt x="679579" y="2021267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B472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9521702" y="5517748"/>
              <a:ext cx="683260" cy="2031364"/>
            </a:xfrm>
            <a:custGeom>
              <a:avLst/>
              <a:gdLst/>
              <a:ahLst/>
              <a:cxnLst/>
              <a:rect l="l" t="t" r="r" b="b"/>
              <a:pathLst>
                <a:path w="683259" h="2031365">
                  <a:moveTo>
                    <a:pt x="31633" y="0"/>
                  </a:moveTo>
                  <a:lnTo>
                    <a:pt x="0" y="9964"/>
                  </a:lnTo>
                  <a:lnTo>
                    <a:pt x="647956" y="2031231"/>
                  </a:lnTo>
                  <a:lnTo>
                    <a:pt x="682778" y="2031231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67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9553335" y="5507797"/>
              <a:ext cx="686435" cy="2041525"/>
            </a:xfrm>
            <a:custGeom>
              <a:avLst/>
              <a:gdLst/>
              <a:ahLst/>
              <a:cxnLst/>
              <a:rect l="l" t="t" r="r" b="b"/>
              <a:pathLst>
                <a:path w="686434" h="2041525">
                  <a:moveTo>
                    <a:pt x="31617" y="0"/>
                  </a:moveTo>
                  <a:lnTo>
                    <a:pt x="0" y="9950"/>
                  </a:lnTo>
                  <a:lnTo>
                    <a:pt x="651145" y="2041182"/>
                  </a:lnTo>
                  <a:lnTo>
                    <a:pt x="685968" y="2041182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B775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9584952" y="5497833"/>
              <a:ext cx="689610" cy="2051685"/>
            </a:xfrm>
            <a:custGeom>
              <a:avLst/>
              <a:gdLst/>
              <a:ahLst/>
              <a:cxnLst/>
              <a:rect l="l" t="t" r="r" b="b"/>
              <a:pathLst>
                <a:path w="689609" h="2051684">
                  <a:moveTo>
                    <a:pt x="31633" y="0"/>
                  </a:moveTo>
                  <a:lnTo>
                    <a:pt x="0" y="9964"/>
                  </a:lnTo>
                  <a:lnTo>
                    <a:pt x="654350" y="2051146"/>
                  </a:lnTo>
                  <a:lnTo>
                    <a:pt x="689173" y="205114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775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9616586" y="5487882"/>
              <a:ext cx="692785" cy="2061210"/>
            </a:xfrm>
            <a:custGeom>
              <a:avLst/>
              <a:gdLst/>
              <a:ahLst/>
              <a:cxnLst/>
              <a:rect l="l" t="t" r="r" b="b"/>
              <a:pathLst>
                <a:path w="692784" h="2061209">
                  <a:moveTo>
                    <a:pt x="31633" y="0"/>
                  </a:moveTo>
                  <a:lnTo>
                    <a:pt x="0" y="9950"/>
                  </a:lnTo>
                  <a:lnTo>
                    <a:pt x="657539" y="2061096"/>
                  </a:lnTo>
                  <a:lnTo>
                    <a:pt x="692351" y="2061096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97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9648219" y="5477918"/>
              <a:ext cx="695960" cy="2071370"/>
            </a:xfrm>
            <a:custGeom>
              <a:avLst/>
              <a:gdLst/>
              <a:ahLst/>
              <a:cxnLst/>
              <a:rect l="l" t="t" r="r" b="b"/>
              <a:pathLst>
                <a:path w="695959" h="2071370">
                  <a:moveTo>
                    <a:pt x="31619" y="0"/>
                  </a:moveTo>
                  <a:lnTo>
                    <a:pt x="0" y="9964"/>
                  </a:lnTo>
                  <a:lnTo>
                    <a:pt x="660718" y="2071061"/>
                  </a:lnTo>
                  <a:lnTo>
                    <a:pt x="695542" y="2071061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BB7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9679838" y="5467968"/>
              <a:ext cx="699135" cy="2081530"/>
            </a:xfrm>
            <a:custGeom>
              <a:avLst/>
              <a:gdLst/>
              <a:ahLst/>
              <a:cxnLst/>
              <a:rect l="l" t="t" r="r" b="b"/>
              <a:pathLst>
                <a:path w="699134" h="2081529">
                  <a:moveTo>
                    <a:pt x="31633" y="0"/>
                  </a:moveTo>
                  <a:lnTo>
                    <a:pt x="0" y="9950"/>
                  </a:lnTo>
                  <a:lnTo>
                    <a:pt x="663922" y="2081011"/>
                  </a:lnTo>
                  <a:lnTo>
                    <a:pt x="698745" y="2081011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BB7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9711471" y="5458002"/>
              <a:ext cx="702310" cy="2091055"/>
            </a:xfrm>
            <a:custGeom>
              <a:avLst/>
              <a:gdLst/>
              <a:ahLst/>
              <a:cxnLst/>
              <a:rect l="l" t="t" r="r" b="b"/>
              <a:pathLst>
                <a:path w="702309" h="2091054">
                  <a:moveTo>
                    <a:pt x="31619" y="0"/>
                  </a:moveTo>
                  <a:lnTo>
                    <a:pt x="0" y="9965"/>
                  </a:lnTo>
                  <a:lnTo>
                    <a:pt x="667111" y="2090977"/>
                  </a:lnTo>
                  <a:lnTo>
                    <a:pt x="701935" y="2090977"/>
                  </a:lnTo>
                  <a:lnTo>
                    <a:pt x="31619" y="0"/>
                  </a:lnTo>
                  <a:close/>
                </a:path>
              </a:pathLst>
            </a:custGeom>
            <a:solidFill>
              <a:srgbClr val="BE7B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9743084" y="5438096"/>
              <a:ext cx="740410" cy="2111375"/>
            </a:xfrm>
            <a:custGeom>
              <a:avLst/>
              <a:gdLst/>
              <a:ahLst/>
              <a:cxnLst/>
              <a:rect l="l" t="t" r="r" b="b"/>
              <a:pathLst>
                <a:path w="740409" h="2111375">
                  <a:moveTo>
                    <a:pt x="739952" y="2110892"/>
                  </a:moveTo>
                  <a:lnTo>
                    <a:pt x="63271" y="0"/>
                  </a:lnTo>
                  <a:lnTo>
                    <a:pt x="31635" y="9956"/>
                  </a:lnTo>
                  <a:lnTo>
                    <a:pt x="0" y="19913"/>
                  </a:lnTo>
                  <a:lnTo>
                    <a:pt x="670318" y="2110892"/>
                  </a:lnTo>
                  <a:lnTo>
                    <a:pt x="705129" y="2110892"/>
                  </a:lnTo>
                  <a:lnTo>
                    <a:pt x="739952" y="2110892"/>
                  </a:lnTo>
                  <a:close/>
                </a:path>
              </a:pathLst>
            </a:custGeom>
            <a:solidFill>
              <a:srgbClr val="C07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9806356" y="5428137"/>
              <a:ext cx="711835" cy="2120900"/>
            </a:xfrm>
            <a:custGeom>
              <a:avLst/>
              <a:gdLst/>
              <a:ahLst/>
              <a:cxnLst/>
              <a:rect l="l" t="t" r="r" b="b"/>
              <a:pathLst>
                <a:path w="711834" h="2120900">
                  <a:moveTo>
                    <a:pt x="31617" y="0"/>
                  </a:moveTo>
                  <a:lnTo>
                    <a:pt x="0" y="9950"/>
                  </a:lnTo>
                  <a:lnTo>
                    <a:pt x="676681" y="2120842"/>
                  </a:lnTo>
                  <a:lnTo>
                    <a:pt x="711503" y="2120842"/>
                  </a:lnTo>
                  <a:lnTo>
                    <a:pt x="31617" y="0"/>
                  </a:lnTo>
                  <a:close/>
                </a:path>
              </a:pathLst>
            </a:custGeom>
            <a:solidFill>
              <a:srgbClr val="C27E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9837975" y="5418172"/>
              <a:ext cx="715010" cy="2131060"/>
            </a:xfrm>
            <a:custGeom>
              <a:avLst/>
              <a:gdLst/>
              <a:ahLst/>
              <a:cxnLst/>
              <a:rect l="l" t="t" r="r" b="b"/>
              <a:pathLst>
                <a:path w="715009" h="2131059">
                  <a:moveTo>
                    <a:pt x="31634" y="0"/>
                  </a:moveTo>
                  <a:lnTo>
                    <a:pt x="0" y="9964"/>
                  </a:lnTo>
                  <a:lnTo>
                    <a:pt x="679885" y="2130807"/>
                  </a:lnTo>
                  <a:lnTo>
                    <a:pt x="714709" y="2130807"/>
                  </a:lnTo>
                  <a:lnTo>
                    <a:pt x="31634" y="0"/>
                  </a:lnTo>
                  <a:close/>
                </a:path>
              </a:pathLst>
            </a:custGeom>
            <a:solidFill>
              <a:srgbClr val="C37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9869609" y="5408222"/>
              <a:ext cx="718185" cy="2141220"/>
            </a:xfrm>
            <a:custGeom>
              <a:avLst/>
              <a:gdLst/>
              <a:ahLst/>
              <a:cxnLst/>
              <a:rect l="l" t="t" r="r" b="b"/>
              <a:pathLst>
                <a:path w="718184" h="2141220">
                  <a:moveTo>
                    <a:pt x="31633" y="0"/>
                  </a:moveTo>
                  <a:lnTo>
                    <a:pt x="0" y="9950"/>
                  </a:lnTo>
                  <a:lnTo>
                    <a:pt x="683074" y="2140757"/>
                  </a:lnTo>
                  <a:lnTo>
                    <a:pt x="717896" y="2140757"/>
                  </a:lnTo>
                  <a:lnTo>
                    <a:pt x="31633" y="0"/>
                  </a:lnTo>
                  <a:close/>
                </a:path>
              </a:pathLst>
            </a:custGeom>
            <a:solidFill>
              <a:srgbClr val="C38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9901237" y="5388312"/>
              <a:ext cx="756285" cy="2160905"/>
            </a:xfrm>
            <a:custGeom>
              <a:avLst/>
              <a:gdLst/>
              <a:ahLst/>
              <a:cxnLst/>
              <a:rect l="l" t="t" r="r" b="b"/>
              <a:pathLst>
                <a:path w="756284" h="2160904">
                  <a:moveTo>
                    <a:pt x="755904" y="2160676"/>
                  </a:moveTo>
                  <a:lnTo>
                    <a:pt x="63246" y="0"/>
                  </a:lnTo>
                  <a:lnTo>
                    <a:pt x="31623" y="9956"/>
                  </a:lnTo>
                  <a:lnTo>
                    <a:pt x="0" y="19913"/>
                  </a:lnTo>
                  <a:lnTo>
                    <a:pt x="686257" y="2160676"/>
                  </a:lnTo>
                  <a:lnTo>
                    <a:pt x="721080" y="2160676"/>
                  </a:lnTo>
                  <a:lnTo>
                    <a:pt x="755904" y="2160676"/>
                  </a:lnTo>
                  <a:close/>
                </a:path>
              </a:pathLst>
            </a:custGeom>
            <a:solidFill>
              <a:srgbClr val="C58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9964493" y="5378341"/>
              <a:ext cx="727710" cy="2171065"/>
            </a:xfrm>
            <a:custGeom>
              <a:avLst/>
              <a:gdLst/>
              <a:ahLst/>
              <a:cxnLst/>
              <a:rect l="l" t="t" r="r" b="b"/>
              <a:pathLst>
                <a:path w="727709" h="2171065">
                  <a:moveTo>
                    <a:pt x="31629" y="0"/>
                  </a:moveTo>
                  <a:lnTo>
                    <a:pt x="0" y="9965"/>
                  </a:lnTo>
                  <a:lnTo>
                    <a:pt x="692657" y="2170638"/>
                  </a:lnTo>
                  <a:lnTo>
                    <a:pt x="727481" y="2170638"/>
                  </a:lnTo>
                  <a:lnTo>
                    <a:pt x="31629" y="0"/>
                  </a:lnTo>
                  <a:close/>
                </a:path>
              </a:pathLst>
            </a:custGeom>
            <a:solidFill>
              <a:srgbClr val="C783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9996122" y="5368391"/>
              <a:ext cx="695960" cy="2180590"/>
            </a:xfrm>
            <a:custGeom>
              <a:avLst/>
              <a:gdLst/>
              <a:ahLst/>
              <a:cxnLst/>
              <a:rect l="l" t="t" r="r" b="b"/>
              <a:pathLst>
                <a:path w="695959" h="2180590">
                  <a:moveTo>
                    <a:pt x="31623" y="0"/>
                  </a:moveTo>
                  <a:lnTo>
                    <a:pt x="0" y="9950"/>
                  </a:lnTo>
                  <a:lnTo>
                    <a:pt x="695852" y="2180588"/>
                  </a:lnTo>
                  <a:lnTo>
                    <a:pt x="695877" y="2072092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C985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10027742" y="5348485"/>
              <a:ext cx="664845" cy="2092325"/>
            </a:xfrm>
            <a:custGeom>
              <a:avLst/>
              <a:gdLst/>
              <a:ahLst/>
              <a:cxnLst/>
              <a:rect l="l" t="t" r="r" b="b"/>
              <a:pathLst>
                <a:path w="664845" h="2092325">
                  <a:moveTo>
                    <a:pt x="664248" y="1874748"/>
                  </a:moveTo>
                  <a:lnTo>
                    <a:pt x="63258" y="0"/>
                  </a:lnTo>
                  <a:lnTo>
                    <a:pt x="31635" y="9944"/>
                  </a:lnTo>
                  <a:lnTo>
                    <a:pt x="0" y="19913"/>
                  </a:lnTo>
                  <a:lnTo>
                    <a:pt x="664248" y="2092007"/>
                  </a:lnTo>
                  <a:lnTo>
                    <a:pt x="664248" y="1983384"/>
                  </a:lnTo>
                  <a:lnTo>
                    <a:pt x="664248" y="1874748"/>
                  </a:lnTo>
                  <a:close/>
                </a:path>
              </a:pathLst>
            </a:custGeom>
            <a:solidFill>
              <a:srgbClr val="CD8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9" name="object 339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3558146" y="5159264"/>
              <a:ext cx="7133854" cy="2389715"/>
            </a:xfrm>
            <a:prstGeom prst="rect">
              <a:avLst/>
            </a:prstGeom>
          </p:spPr>
        </p:pic>
        <p:sp>
          <p:nvSpPr>
            <p:cNvPr id="340" name="object 340"/>
            <p:cNvSpPr/>
            <p:nvPr/>
          </p:nvSpPr>
          <p:spPr>
            <a:xfrm>
              <a:off x="6396736" y="6989020"/>
              <a:ext cx="2317115" cy="560070"/>
            </a:xfrm>
            <a:custGeom>
              <a:avLst/>
              <a:gdLst/>
              <a:ahLst/>
              <a:cxnLst/>
              <a:rect l="l" t="t" r="r" b="b"/>
              <a:pathLst>
                <a:path w="2317115" h="560070">
                  <a:moveTo>
                    <a:pt x="2316810" y="559574"/>
                  </a:moveTo>
                  <a:lnTo>
                    <a:pt x="222732" y="9512"/>
                  </a:lnTo>
                  <a:lnTo>
                    <a:pt x="186537" y="0"/>
                  </a:lnTo>
                  <a:lnTo>
                    <a:pt x="0" y="559968"/>
                  </a:lnTo>
                  <a:lnTo>
                    <a:pt x="39370" y="559968"/>
                  </a:lnTo>
                  <a:lnTo>
                    <a:pt x="2316670" y="559968"/>
                  </a:lnTo>
                  <a:lnTo>
                    <a:pt x="2316810" y="559574"/>
                  </a:lnTo>
                  <a:close/>
                </a:path>
              </a:pathLst>
            </a:custGeom>
            <a:solidFill>
              <a:srgbClr val="EFB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6357344" y="6979506"/>
              <a:ext cx="226060" cy="569595"/>
            </a:xfrm>
            <a:custGeom>
              <a:avLst/>
              <a:gdLst/>
              <a:ahLst/>
              <a:cxnLst/>
              <a:rect l="l" t="t" r="r" b="b"/>
              <a:pathLst>
                <a:path w="226059" h="569595">
                  <a:moveTo>
                    <a:pt x="189698" y="0"/>
                  </a:moveTo>
                  <a:lnTo>
                    <a:pt x="0" y="569473"/>
                  </a:lnTo>
                  <a:lnTo>
                    <a:pt x="39395" y="569473"/>
                  </a:lnTo>
                  <a:lnTo>
                    <a:pt x="225929" y="9511"/>
                  </a:lnTo>
                  <a:lnTo>
                    <a:pt x="189698" y="0"/>
                  </a:lnTo>
                  <a:close/>
                </a:path>
              </a:pathLst>
            </a:custGeom>
            <a:solidFill>
              <a:srgbClr val="EFC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6317960" y="6969995"/>
              <a:ext cx="229235" cy="579120"/>
            </a:xfrm>
            <a:custGeom>
              <a:avLst/>
              <a:gdLst/>
              <a:ahLst/>
              <a:cxnLst/>
              <a:rect l="l" t="t" r="r" b="b"/>
              <a:pathLst>
                <a:path w="229234" h="579120">
                  <a:moveTo>
                    <a:pt x="192877" y="0"/>
                  </a:moveTo>
                  <a:lnTo>
                    <a:pt x="0" y="578984"/>
                  </a:lnTo>
                  <a:lnTo>
                    <a:pt x="39383" y="578984"/>
                  </a:lnTo>
                  <a:lnTo>
                    <a:pt x="229082" y="9511"/>
                  </a:lnTo>
                  <a:lnTo>
                    <a:pt x="192877" y="0"/>
                  </a:lnTo>
                  <a:close/>
                </a:path>
              </a:pathLst>
            </a:custGeom>
            <a:solidFill>
              <a:srgbClr val="EF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6278576" y="6960484"/>
              <a:ext cx="232410" cy="588645"/>
            </a:xfrm>
            <a:custGeom>
              <a:avLst/>
              <a:gdLst/>
              <a:ahLst/>
              <a:cxnLst/>
              <a:rect l="l" t="t" r="r" b="b"/>
              <a:pathLst>
                <a:path w="232409" h="588645">
                  <a:moveTo>
                    <a:pt x="196044" y="0"/>
                  </a:moveTo>
                  <a:lnTo>
                    <a:pt x="0" y="588495"/>
                  </a:lnTo>
                  <a:lnTo>
                    <a:pt x="39383" y="588495"/>
                  </a:lnTo>
                  <a:lnTo>
                    <a:pt x="232261" y="9511"/>
                  </a:lnTo>
                  <a:lnTo>
                    <a:pt x="196044" y="0"/>
                  </a:lnTo>
                  <a:close/>
                </a:path>
              </a:pathLst>
            </a:custGeom>
            <a:solidFill>
              <a:srgbClr val="EFC0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6239206" y="6950973"/>
              <a:ext cx="235585" cy="598170"/>
            </a:xfrm>
            <a:custGeom>
              <a:avLst/>
              <a:gdLst/>
              <a:ahLst/>
              <a:cxnLst/>
              <a:rect l="l" t="t" r="r" b="b"/>
              <a:pathLst>
                <a:path w="235585" h="598170">
                  <a:moveTo>
                    <a:pt x="199199" y="0"/>
                  </a:moveTo>
                  <a:lnTo>
                    <a:pt x="0" y="598006"/>
                  </a:lnTo>
                  <a:lnTo>
                    <a:pt x="39370" y="598006"/>
                  </a:lnTo>
                  <a:lnTo>
                    <a:pt x="235414" y="9511"/>
                  </a:lnTo>
                  <a:lnTo>
                    <a:pt x="199199" y="0"/>
                  </a:lnTo>
                  <a:close/>
                </a:path>
              </a:pathLst>
            </a:custGeom>
            <a:solidFill>
              <a:srgbClr val="F0C2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6199812" y="6941451"/>
              <a:ext cx="238760" cy="607695"/>
            </a:xfrm>
            <a:custGeom>
              <a:avLst/>
              <a:gdLst/>
              <a:ahLst/>
              <a:cxnLst/>
              <a:rect l="l" t="t" r="r" b="b"/>
              <a:pathLst>
                <a:path w="238760" h="607695">
                  <a:moveTo>
                    <a:pt x="202377" y="0"/>
                  </a:moveTo>
                  <a:lnTo>
                    <a:pt x="0" y="607528"/>
                  </a:lnTo>
                  <a:lnTo>
                    <a:pt x="39394" y="607528"/>
                  </a:lnTo>
                  <a:lnTo>
                    <a:pt x="238593" y="9522"/>
                  </a:lnTo>
                  <a:lnTo>
                    <a:pt x="202377" y="0"/>
                  </a:lnTo>
                  <a:close/>
                </a:path>
              </a:pathLst>
            </a:custGeom>
            <a:solidFill>
              <a:srgbClr val="F0C2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6121044" y="6922434"/>
              <a:ext cx="281305" cy="626745"/>
            </a:xfrm>
            <a:custGeom>
              <a:avLst/>
              <a:gdLst/>
              <a:ahLst/>
              <a:cxnLst/>
              <a:rect l="l" t="t" r="r" b="b"/>
              <a:pathLst>
                <a:path w="281304" h="626745">
                  <a:moveTo>
                    <a:pt x="281139" y="19024"/>
                  </a:moveTo>
                  <a:lnTo>
                    <a:pt x="244919" y="9512"/>
                  </a:lnTo>
                  <a:lnTo>
                    <a:pt x="208711" y="0"/>
                  </a:lnTo>
                  <a:lnTo>
                    <a:pt x="0" y="626554"/>
                  </a:lnTo>
                  <a:lnTo>
                    <a:pt x="39382" y="626554"/>
                  </a:lnTo>
                  <a:lnTo>
                    <a:pt x="78765" y="626554"/>
                  </a:lnTo>
                  <a:lnTo>
                    <a:pt x="281139" y="19024"/>
                  </a:lnTo>
                  <a:close/>
                </a:path>
              </a:pathLst>
            </a:custGeom>
            <a:solidFill>
              <a:srgbClr val="F2C4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6081670" y="6912921"/>
              <a:ext cx="248285" cy="636270"/>
            </a:xfrm>
            <a:custGeom>
              <a:avLst/>
              <a:gdLst/>
              <a:ahLst/>
              <a:cxnLst/>
              <a:rect l="l" t="t" r="r" b="b"/>
              <a:pathLst>
                <a:path w="248285" h="636270">
                  <a:moveTo>
                    <a:pt x="211877" y="0"/>
                  </a:moveTo>
                  <a:lnTo>
                    <a:pt x="0" y="636059"/>
                  </a:lnTo>
                  <a:lnTo>
                    <a:pt x="39383" y="636059"/>
                  </a:lnTo>
                  <a:lnTo>
                    <a:pt x="248094" y="9512"/>
                  </a:lnTo>
                  <a:lnTo>
                    <a:pt x="211877" y="0"/>
                  </a:lnTo>
                  <a:close/>
                </a:path>
              </a:pathLst>
            </a:custGeom>
            <a:solidFill>
              <a:srgbClr val="F2C6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6042276" y="6903410"/>
              <a:ext cx="251460" cy="645795"/>
            </a:xfrm>
            <a:custGeom>
              <a:avLst/>
              <a:gdLst/>
              <a:ahLst/>
              <a:cxnLst/>
              <a:rect l="l" t="t" r="r" b="b"/>
              <a:pathLst>
                <a:path w="251460" h="645795">
                  <a:moveTo>
                    <a:pt x="215056" y="0"/>
                  </a:moveTo>
                  <a:lnTo>
                    <a:pt x="0" y="645570"/>
                  </a:lnTo>
                  <a:lnTo>
                    <a:pt x="39394" y="645570"/>
                  </a:lnTo>
                  <a:lnTo>
                    <a:pt x="251272" y="9511"/>
                  </a:lnTo>
                  <a:lnTo>
                    <a:pt x="215056" y="0"/>
                  </a:lnTo>
                  <a:close/>
                </a:path>
              </a:pathLst>
            </a:custGeom>
            <a:solidFill>
              <a:srgbClr val="F2C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6002892" y="6893888"/>
              <a:ext cx="254635" cy="655320"/>
            </a:xfrm>
            <a:custGeom>
              <a:avLst/>
              <a:gdLst/>
              <a:ahLst/>
              <a:cxnLst/>
              <a:rect l="l" t="t" r="r" b="b"/>
              <a:pathLst>
                <a:path w="254635" h="655320">
                  <a:moveTo>
                    <a:pt x="218220" y="0"/>
                  </a:moveTo>
                  <a:lnTo>
                    <a:pt x="0" y="655091"/>
                  </a:lnTo>
                  <a:lnTo>
                    <a:pt x="39383" y="655091"/>
                  </a:lnTo>
                  <a:lnTo>
                    <a:pt x="254440" y="9521"/>
                  </a:lnTo>
                  <a:lnTo>
                    <a:pt x="218220" y="0"/>
                  </a:lnTo>
                  <a:close/>
                </a:path>
              </a:pathLst>
            </a:custGeom>
            <a:solidFill>
              <a:srgbClr val="F2C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5963518" y="6884377"/>
              <a:ext cx="257810" cy="664845"/>
            </a:xfrm>
            <a:custGeom>
              <a:avLst/>
              <a:gdLst/>
              <a:ahLst/>
              <a:cxnLst/>
              <a:rect l="l" t="t" r="r" b="b"/>
              <a:pathLst>
                <a:path w="257810" h="664845">
                  <a:moveTo>
                    <a:pt x="221392" y="0"/>
                  </a:moveTo>
                  <a:lnTo>
                    <a:pt x="0" y="664602"/>
                  </a:lnTo>
                  <a:lnTo>
                    <a:pt x="39373" y="664602"/>
                  </a:lnTo>
                  <a:lnTo>
                    <a:pt x="257594" y="9511"/>
                  </a:lnTo>
                  <a:lnTo>
                    <a:pt x="221392" y="0"/>
                  </a:lnTo>
                  <a:close/>
                </a:path>
              </a:pathLst>
            </a:custGeom>
            <a:solidFill>
              <a:srgbClr val="F2C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5924124" y="6874865"/>
              <a:ext cx="260985" cy="674370"/>
            </a:xfrm>
            <a:custGeom>
              <a:avLst/>
              <a:gdLst/>
              <a:ahLst/>
              <a:cxnLst/>
              <a:rect l="l" t="t" r="r" b="b"/>
              <a:pathLst>
                <a:path w="260985" h="674370">
                  <a:moveTo>
                    <a:pt x="224556" y="0"/>
                  </a:moveTo>
                  <a:lnTo>
                    <a:pt x="0" y="674114"/>
                  </a:lnTo>
                  <a:lnTo>
                    <a:pt x="39394" y="674114"/>
                  </a:lnTo>
                  <a:lnTo>
                    <a:pt x="260786" y="9512"/>
                  </a:lnTo>
                  <a:lnTo>
                    <a:pt x="224556" y="0"/>
                  </a:lnTo>
                  <a:close/>
                </a:path>
              </a:pathLst>
            </a:custGeom>
            <a:solidFill>
              <a:srgbClr val="F5CB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5845352" y="6855848"/>
              <a:ext cx="303530" cy="693420"/>
            </a:xfrm>
            <a:custGeom>
              <a:avLst/>
              <a:gdLst/>
              <a:ahLst/>
              <a:cxnLst/>
              <a:rect l="l" t="t" r="r" b="b"/>
              <a:pathLst>
                <a:path w="303529" h="693420">
                  <a:moveTo>
                    <a:pt x="303326" y="19024"/>
                  </a:moveTo>
                  <a:lnTo>
                    <a:pt x="267119" y="9512"/>
                  </a:lnTo>
                  <a:lnTo>
                    <a:pt x="230898" y="0"/>
                  </a:lnTo>
                  <a:lnTo>
                    <a:pt x="0" y="693140"/>
                  </a:lnTo>
                  <a:lnTo>
                    <a:pt x="39382" y="693140"/>
                  </a:lnTo>
                  <a:lnTo>
                    <a:pt x="78765" y="693140"/>
                  </a:lnTo>
                  <a:lnTo>
                    <a:pt x="303326" y="19024"/>
                  </a:lnTo>
                  <a:close/>
                </a:path>
              </a:pathLst>
            </a:custGeom>
            <a:solidFill>
              <a:srgbClr val="F5C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5805986" y="6846335"/>
              <a:ext cx="270510" cy="702945"/>
            </a:xfrm>
            <a:custGeom>
              <a:avLst/>
              <a:gdLst/>
              <a:ahLst/>
              <a:cxnLst/>
              <a:rect l="l" t="t" r="r" b="b"/>
              <a:pathLst>
                <a:path w="270510" h="702945">
                  <a:moveTo>
                    <a:pt x="234053" y="0"/>
                  </a:moveTo>
                  <a:lnTo>
                    <a:pt x="0" y="702644"/>
                  </a:lnTo>
                  <a:lnTo>
                    <a:pt x="39369" y="702644"/>
                  </a:lnTo>
                  <a:lnTo>
                    <a:pt x="270273" y="9511"/>
                  </a:lnTo>
                  <a:lnTo>
                    <a:pt x="234053" y="0"/>
                  </a:lnTo>
                  <a:close/>
                </a:path>
              </a:pathLst>
            </a:custGeom>
            <a:solidFill>
              <a:srgbClr val="F5CD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5727217" y="6827311"/>
              <a:ext cx="313055" cy="721995"/>
            </a:xfrm>
            <a:custGeom>
              <a:avLst/>
              <a:gdLst/>
              <a:ahLst/>
              <a:cxnLst/>
              <a:rect l="l" t="t" r="r" b="b"/>
              <a:pathLst>
                <a:path w="313054" h="721995">
                  <a:moveTo>
                    <a:pt x="312813" y="19024"/>
                  </a:moveTo>
                  <a:lnTo>
                    <a:pt x="276606" y="9512"/>
                  </a:lnTo>
                  <a:lnTo>
                    <a:pt x="240398" y="0"/>
                  </a:lnTo>
                  <a:lnTo>
                    <a:pt x="0" y="721677"/>
                  </a:lnTo>
                  <a:lnTo>
                    <a:pt x="39382" y="721677"/>
                  </a:lnTo>
                  <a:lnTo>
                    <a:pt x="78765" y="721677"/>
                  </a:lnTo>
                  <a:lnTo>
                    <a:pt x="312813" y="19024"/>
                  </a:lnTo>
                  <a:close/>
                </a:path>
              </a:pathLst>
            </a:custGeom>
            <a:solidFill>
              <a:srgbClr val="F5C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5648439" y="6808286"/>
              <a:ext cx="319405" cy="741045"/>
            </a:xfrm>
            <a:custGeom>
              <a:avLst/>
              <a:gdLst/>
              <a:ahLst/>
              <a:cxnLst/>
              <a:rect l="l" t="t" r="r" b="b"/>
              <a:pathLst>
                <a:path w="319404" h="741045">
                  <a:moveTo>
                    <a:pt x="319176" y="19024"/>
                  </a:moveTo>
                  <a:lnTo>
                    <a:pt x="282956" y="9512"/>
                  </a:lnTo>
                  <a:lnTo>
                    <a:pt x="246748" y="0"/>
                  </a:lnTo>
                  <a:lnTo>
                    <a:pt x="0" y="740702"/>
                  </a:lnTo>
                  <a:lnTo>
                    <a:pt x="39395" y="740702"/>
                  </a:lnTo>
                  <a:lnTo>
                    <a:pt x="78778" y="740702"/>
                  </a:lnTo>
                  <a:lnTo>
                    <a:pt x="319176" y="19024"/>
                  </a:lnTo>
                  <a:close/>
                </a:path>
              </a:pathLst>
            </a:custGeom>
            <a:solidFill>
              <a:srgbClr val="F5D1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5569661" y="6789261"/>
              <a:ext cx="325755" cy="760095"/>
            </a:xfrm>
            <a:custGeom>
              <a:avLst/>
              <a:gdLst/>
              <a:ahLst/>
              <a:cxnLst/>
              <a:rect l="l" t="t" r="r" b="b"/>
              <a:pathLst>
                <a:path w="325754" h="760095">
                  <a:moveTo>
                    <a:pt x="325526" y="19024"/>
                  </a:moveTo>
                  <a:lnTo>
                    <a:pt x="289318" y="9512"/>
                  </a:lnTo>
                  <a:lnTo>
                    <a:pt x="253085" y="0"/>
                  </a:lnTo>
                  <a:lnTo>
                    <a:pt x="0" y="759726"/>
                  </a:lnTo>
                  <a:lnTo>
                    <a:pt x="39395" y="759726"/>
                  </a:lnTo>
                  <a:lnTo>
                    <a:pt x="78778" y="759726"/>
                  </a:lnTo>
                  <a:lnTo>
                    <a:pt x="325526" y="19024"/>
                  </a:lnTo>
                  <a:close/>
                </a:path>
              </a:pathLst>
            </a:custGeom>
            <a:solidFill>
              <a:srgbClr val="F5D2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5530298" y="6779740"/>
              <a:ext cx="292735" cy="769620"/>
            </a:xfrm>
            <a:custGeom>
              <a:avLst/>
              <a:gdLst/>
              <a:ahLst/>
              <a:cxnLst/>
              <a:rect l="l" t="t" r="r" b="b"/>
              <a:pathLst>
                <a:path w="292735" h="769620">
                  <a:moveTo>
                    <a:pt x="256247" y="0"/>
                  </a:moveTo>
                  <a:lnTo>
                    <a:pt x="0" y="769240"/>
                  </a:lnTo>
                  <a:lnTo>
                    <a:pt x="39372" y="769240"/>
                  </a:lnTo>
                  <a:lnTo>
                    <a:pt x="292453" y="9521"/>
                  </a:lnTo>
                  <a:lnTo>
                    <a:pt x="256247" y="0"/>
                  </a:lnTo>
                  <a:close/>
                </a:path>
              </a:pathLst>
            </a:custGeom>
            <a:solidFill>
              <a:srgbClr val="F5D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5490914" y="6770228"/>
              <a:ext cx="295910" cy="779145"/>
            </a:xfrm>
            <a:custGeom>
              <a:avLst/>
              <a:gdLst/>
              <a:ahLst/>
              <a:cxnLst/>
              <a:rect l="l" t="t" r="r" b="b"/>
              <a:pathLst>
                <a:path w="295910" h="779145">
                  <a:moveTo>
                    <a:pt x="259415" y="0"/>
                  </a:moveTo>
                  <a:lnTo>
                    <a:pt x="0" y="778751"/>
                  </a:lnTo>
                  <a:lnTo>
                    <a:pt x="39383" y="778751"/>
                  </a:lnTo>
                  <a:lnTo>
                    <a:pt x="295631" y="9511"/>
                  </a:lnTo>
                  <a:lnTo>
                    <a:pt x="259415" y="0"/>
                  </a:lnTo>
                  <a:close/>
                </a:path>
              </a:pathLst>
            </a:custGeom>
            <a:solidFill>
              <a:srgbClr val="F5D3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5451530" y="6760716"/>
              <a:ext cx="299085" cy="788670"/>
            </a:xfrm>
            <a:custGeom>
              <a:avLst/>
              <a:gdLst/>
              <a:ahLst/>
              <a:cxnLst/>
              <a:rect l="l" t="t" r="r" b="b"/>
              <a:pathLst>
                <a:path w="299085" h="788670">
                  <a:moveTo>
                    <a:pt x="262594" y="0"/>
                  </a:moveTo>
                  <a:lnTo>
                    <a:pt x="0" y="788263"/>
                  </a:lnTo>
                  <a:lnTo>
                    <a:pt x="39383" y="788263"/>
                  </a:lnTo>
                  <a:lnTo>
                    <a:pt x="298799" y="9512"/>
                  </a:lnTo>
                  <a:lnTo>
                    <a:pt x="262594" y="0"/>
                  </a:lnTo>
                  <a:close/>
                </a:path>
              </a:pathLst>
            </a:custGeom>
            <a:solidFill>
              <a:srgbClr val="F6D4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5412146" y="6751205"/>
              <a:ext cx="302260" cy="798195"/>
            </a:xfrm>
            <a:custGeom>
              <a:avLst/>
              <a:gdLst/>
              <a:ahLst/>
              <a:cxnLst/>
              <a:rect l="l" t="t" r="r" b="b"/>
              <a:pathLst>
                <a:path w="302260" h="798195">
                  <a:moveTo>
                    <a:pt x="265747" y="0"/>
                  </a:moveTo>
                  <a:lnTo>
                    <a:pt x="0" y="797774"/>
                  </a:lnTo>
                  <a:lnTo>
                    <a:pt x="39383" y="797774"/>
                  </a:lnTo>
                  <a:lnTo>
                    <a:pt x="301978" y="9511"/>
                  </a:lnTo>
                  <a:lnTo>
                    <a:pt x="265747" y="0"/>
                  </a:lnTo>
                  <a:close/>
                </a:path>
              </a:pathLst>
            </a:custGeom>
            <a:solidFill>
              <a:srgbClr val="F8D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5333377" y="6732188"/>
              <a:ext cx="344805" cy="817244"/>
            </a:xfrm>
            <a:custGeom>
              <a:avLst/>
              <a:gdLst/>
              <a:ahLst/>
              <a:cxnLst/>
              <a:rect l="l" t="t" r="r" b="b"/>
              <a:pathLst>
                <a:path w="344804" h="817245">
                  <a:moveTo>
                    <a:pt x="344512" y="19024"/>
                  </a:moveTo>
                  <a:lnTo>
                    <a:pt x="308292" y="9512"/>
                  </a:lnTo>
                  <a:lnTo>
                    <a:pt x="272084" y="0"/>
                  </a:lnTo>
                  <a:lnTo>
                    <a:pt x="0" y="816800"/>
                  </a:lnTo>
                  <a:lnTo>
                    <a:pt x="39382" y="816800"/>
                  </a:lnTo>
                  <a:lnTo>
                    <a:pt x="78765" y="816800"/>
                  </a:lnTo>
                  <a:lnTo>
                    <a:pt x="344512" y="19024"/>
                  </a:lnTo>
                  <a:close/>
                </a:path>
              </a:pathLst>
            </a:custGeom>
            <a:solidFill>
              <a:srgbClr val="F8D7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5293997" y="6722676"/>
              <a:ext cx="311785" cy="826769"/>
            </a:xfrm>
            <a:custGeom>
              <a:avLst/>
              <a:gdLst/>
              <a:ahLst/>
              <a:cxnLst/>
              <a:rect l="l" t="t" r="r" b="b"/>
              <a:pathLst>
                <a:path w="311785" h="826770">
                  <a:moveTo>
                    <a:pt x="275259" y="0"/>
                  </a:moveTo>
                  <a:lnTo>
                    <a:pt x="0" y="826303"/>
                  </a:lnTo>
                  <a:lnTo>
                    <a:pt x="39383" y="826303"/>
                  </a:lnTo>
                  <a:lnTo>
                    <a:pt x="311476" y="9511"/>
                  </a:lnTo>
                  <a:lnTo>
                    <a:pt x="275259" y="0"/>
                  </a:lnTo>
                  <a:close/>
                </a:path>
              </a:pathLst>
            </a:custGeom>
            <a:solidFill>
              <a:srgbClr val="F8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5254613" y="6713153"/>
              <a:ext cx="314960" cy="836294"/>
            </a:xfrm>
            <a:custGeom>
              <a:avLst/>
              <a:gdLst/>
              <a:ahLst/>
              <a:cxnLst/>
              <a:rect l="l" t="t" r="r" b="b"/>
              <a:pathLst>
                <a:path w="314960" h="836295">
                  <a:moveTo>
                    <a:pt x="278428" y="0"/>
                  </a:moveTo>
                  <a:lnTo>
                    <a:pt x="0" y="835826"/>
                  </a:lnTo>
                  <a:lnTo>
                    <a:pt x="39383" y="835826"/>
                  </a:lnTo>
                  <a:lnTo>
                    <a:pt x="314643" y="9522"/>
                  </a:lnTo>
                  <a:lnTo>
                    <a:pt x="278428" y="0"/>
                  </a:lnTo>
                  <a:close/>
                </a:path>
              </a:pathLst>
            </a:custGeom>
            <a:solidFill>
              <a:srgbClr val="F8DB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5175834" y="6694139"/>
              <a:ext cx="357505" cy="855344"/>
            </a:xfrm>
            <a:custGeom>
              <a:avLst/>
              <a:gdLst/>
              <a:ahLst/>
              <a:cxnLst/>
              <a:rect l="l" t="t" r="r" b="b"/>
              <a:pathLst>
                <a:path w="357504" h="855345">
                  <a:moveTo>
                    <a:pt x="357200" y="19024"/>
                  </a:moveTo>
                  <a:lnTo>
                    <a:pt x="320979" y="9512"/>
                  </a:lnTo>
                  <a:lnTo>
                    <a:pt x="284772" y="0"/>
                  </a:lnTo>
                  <a:lnTo>
                    <a:pt x="0" y="854849"/>
                  </a:lnTo>
                  <a:lnTo>
                    <a:pt x="39395" y="854849"/>
                  </a:lnTo>
                  <a:lnTo>
                    <a:pt x="78778" y="854849"/>
                  </a:lnTo>
                  <a:lnTo>
                    <a:pt x="357200" y="19024"/>
                  </a:lnTo>
                  <a:close/>
                </a:path>
              </a:pathLst>
            </a:custGeom>
            <a:solidFill>
              <a:srgbClr val="F8DB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5097069" y="6675114"/>
              <a:ext cx="363855" cy="874394"/>
            </a:xfrm>
            <a:custGeom>
              <a:avLst/>
              <a:gdLst/>
              <a:ahLst/>
              <a:cxnLst/>
              <a:rect l="l" t="t" r="r" b="b"/>
              <a:pathLst>
                <a:path w="363854" h="874395">
                  <a:moveTo>
                    <a:pt x="363537" y="19024"/>
                  </a:moveTo>
                  <a:lnTo>
                    <a:pt x="327329" y="9512"/>
                  </a:lnTo>
                  <a:lnTo>
                    <a:pt x="291109" y="0"/>
                  </a:lnTo>
                  <a:lnTo>
                    <a:pt x="0" y="873874"/>
                  </a:lnTo>
                  <a:lnTo>
                    <a:pt x="39395" y="873874"/>
                  </a:lnTo>
                  <a:lnTo>
                    <a:pt x="78765" y="873874"/>
                  </a:lnTo>
                  <a:lnTo>
                    <a:pt x="363537" y="19024"/>
                  </a:lnTo>
                  <a:close/>
                </a:path>
              </a:pathLst>
            </a:custGeom>
            <a:solidFill>
              <a:srgbClr val="F9D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5057693" y="6665587"/>
              <a:ext cx="330835" cy="883919"/>
            </a:xfrm>
            <a:custGeom>
              <a:avLst/>
              <a:gdLst/>
              <a:ahLst/>
              <a:cxnLst/>
              <a:rect l="l" t="t" r="r" b="b"/>
              <a:pathLst>
                <a:path w="330835" h="883920">
                  <a:moveTo>
                    <a:pt x="294275" y="0"/>
                  </a:moveTo>
                  <a:lnTo>
                    <a:pt x="0" y="883392"/>
                  </a:lnTo>
                  <a:lnTo>
                    <a:pt x="39383" y="883392"/>
                  </a:lnTo>
                  <a:lnTo>
                    <a:pt x="330490" y="9525"/>
                  </a:lnTo>
                  <a:lnTo>
                    <a:pt x="294275" y="0"/>
                  </a:lnTo>
                  <a:close/>
                </a:path>
              </a:pathLst>
            </a:custGeom>
            <a:solidFill>
              <a:srgbClr val="F9DF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5018309" y="6656080"/>
              <a:ext cx="334010" cy="893444"/>
            </a:xfrm>
            <a:custGeom>
              <a:avLst/>
              <a:gdLst/>
              <a:ahLst/>
              <a:cxnLst/>
              <a:rect l="l" t="t" r="r" b="b"/>
              <a:pathLst>
                <a:path w="334010" h="893445">
                  <a:moveTo>
                    <a:pt x="297439" y="0"/>
                  </a:moveTo>
                  <a:lnTo>
                    <a:pt x="0" y="892900"/>
                  </a:lnTo>
                  <a:lnTo>
                    <a:pt x="39383" y="892900"/>
                  </a:lnTo>
                  <a:lnTo>
                    <a:pt x="333659" y="9507"/>
                  </a:lnTo>
                  <a:lnTo>
                    <a:pt x="297439" y="0"/>
                  </a:lnTo>
                  <a:close/>
                </a:path>
              </a:pathLst>
            </a:custGeom>
            <a:solidFill>
              <a:srgbClr val="FBE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978941" y="6646569"/>
              <a:ext cx="337185" cy="902969"/>
            </a:xfrm>
            <a:custGeom>
              <a:avLst/>
              <a:gdLst/>
              <a:ahLst/>
              <a:cxnLst/>
              <a:rect l="l" t="t" r="r" b="b"/>
              <a:pathLst>
                <a:path w="337185" h="902970">
                  <a:moveTo>
                    <a:pt x="300602" y="0"/>
                  </a:moveTo>
                  <a:lnTo>
                    <a:pt x="0" y="902411"/>
                  </a:lnTo>
                  <a:lnTo>
                    <a:pt x="39368" y="902411"/>
                  </a:lnTo>
                  <a:lnTo>
                    <a:pt x="336807" y="9511"/>
                  </a:lnTo>
                  <a:lnTo>
                    <a:pt x="300602" y="0"/>
                  </a:lnTo>
                  <a:close/>
                </a:path>
              </a:pathLst>
            </a:custGeom>
            <a:solidFill>
              <a:srgbClr val="FBE0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900155" y="6627553"/>
              <a:ext cx="379730" cy="922019"/>
            </a:xfrm>
            <a:custGeom>
              <a:avLst/>
              <a:gdLst/>
              <a:ahLst/>
              <a:cxnLst/>
              <a:rect l="l" t="t" r="r" b="b"/>
              <a:pathLst>
                <a:path w="379729" h="922020">
                  <a:moveTo>
                    <a:pt x="379387" y="19024"/>
                  </a:moveTo>
                  <a:lnTo>
                    <a:pt x="343154" y="9512"/>
                  </a:lnTo>
                  <a:lnTo>
                    <a:pt x="306946" y="0"/>
                  </a:lnTo>
                  <a:lnTo>
                    <a:pt x="0" y="921435"/>
                  </a:lnTo>
                  <a:lnTo>
                    <a:pt x="39382" y="921435"/>
                  </a:lnTo>
                  <a:lnTo>
                    <a:pt x="78778" y="921435"/>
                  </a:lnTo>
                  <a:lnTo>
                    <a:pt x="379387" y="19024"/>
                  </a:lnTo>
                  <a:close/>
                </a:path>
              </a:pathLst>
            </a:custGeom>
            <a:solidFill>
              <a:srgbClr val="FCE2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821403" y="6608515"/>
              <a:ext cx="386080" cy="941069"/>
            </a:xfrm>
            <a:custGeom>
              <a:avLst/>
              <a:gdLst/>
              <a:ahLst/>
              <a:cxnLst/>
              <a:rect l="l" t="t" r="r" b="b"/>
              <a:pathLst>
                <a:path w="386079" h="941070">
                  <a:moveTo>
                    <a:pt x="385699" y="19037"/>
                  </a:moveTo>
                  <a:lnTo>
                    <a:pt x="349491" y="9525"/>
                  </a:lnTo>
                  <a:lnTo>
                    <a:pt x="313283" y="0"/>
                  </a:lnTo>
                  <a:lnTo>
                    <a:pt x="0" y="940473"/>
                  </a:lnTo>
                  <a:lnTo>
                    <a:pt x="39382" y="940473"/>
                  </a:lnTo>
                  <a:lnTo>
                    <a:pt x="78752" y="940473"/>
                  </a:lnTo>
                  <a:lnTo>
                    <a:pt x="385699" y="19037"/>
                  </a:lnTo>
                  <a:close/>
                </a:path>
              </a:pathLst>
            </a:custGeom>
            <a:solidFill>
              <a:srgbClr val="FCE4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4782019" y="6599004"/>
              <a:ext cx="353060" cy="950594"/>
            </a:xfrm>
            <a:custGeom>
              <a:avLst/>
              <a:gdLst/>
              <a:ahLst/>
              <a:cxnLst/>
              <a:rect l="l" t="t" r="r" b="b"/>
              <a:pathLst>
                <a:path w="353060" h="950595">
                  <a:moveTo>
                    <a:pt x="316450" y="0"/>
                  </a:moveTo>
                  <a:lnTo>
                    <a:pt x="0" y="949975"/>
                  </a:lnTo>
                  <a:lnTo>
                    <a:pt x="39383" y="949975"/>
                  </a:lnTo>
                  <a:lnTo>
                    <a:pt x="352671" y="9507"/>
                  </a:lnTo>
                  <a:lnTo>
                    <a:pt x="316450" y="0"/>
                  </a:lnTo>
                  <a:close/>
                </a:path>
              </a:pathLst>
            </a:custGeom>
            <a:solidFill>
              <a:srgbClr val="FCE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4742625" y="6589493"/>
              <a:ext cx="356235" cy="959485"/>
            </a:xfrm>
            <a:custGeom>
              <a:avLst/>
              <a:gdLst/>
              <a:ahLst/>
              <a:cxnLst/>
              <a:rect l="l" t="t" r="r" b="b"/>
              <a:pathLst>
                <a:path w="356235" h="959484">
                  <a:moveTo>
                    <a:pt x="319618" y="0"/>
                  </a:moveTo>
                  <a:lnTo>
                    <a:pt x="0" y="959486"/>
                  </a:lnTo>
                  <a:lnTo>
                    <a:pt x="39394" y="959486"/>
                  </a:lnTo>
                  <a:lnTo>
                    <a:pt x="355845" y="9511"/>
                  </a:lnTo>
                  <a:lnTo>
                    <a:pt x="319618" y="0"/>
                  </a:lnTo>
                  <a:close/>
                </a:path>
              </a:pathLst>
            </a:custGeom>
            <a:solidFill>
              <a:srgbClr val="FCE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4703252" y="6579982"/>
              <a:ext cx="359410" cy="969010"/>
            </a:xfrm>
            <a:custGeom>
              <a:avLst/>
              <a:gdLst/>
              <a:ahLst/>
              <a:cxnLst/>
              <a:rect l="l" t="t" r="r" b="b"/>
              <a:pathLst>
                <a:path w="359410" h="969009">
                  <a:moveTo>
                    <a:pt x="322787" y="0"/>
                  </a:moveTo>
                  <a:lnTo>
                    <a:pt x="0" y="968997"/>
                  </a:lnTo>
                  <a:lnTo>
                    <a:pt x="39373" y="968997"/>
                  </a:lnTo>
                  <a:lnTo>
                    <a:pt x="358992" y="9511"/>
                  </a:lnTo>
                  <a:lnTo>
                    <a:pt x="322787" y="0"/>
                  </a:lnTo>
                  <a:close/>
                </a:path>
              </a:pathLst>
            </a:custGeom>
            <a:solidFill>
              <a:srgbClr val="FCE6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4663868" y="6570471"/>
              <a:ext cx="362585" cy="978535"/>
            </a:xfrm>
            <a:custGeom>
              <a:avLst/>
              <a:gdLst/>
              <a:ahLst/>
              <a:cxnLst/>
              <a:rect l="l" t="t" r="r" b="b"/>
              <a:pathLst>
                <a:path w="362585" h="978534">
                  <a:moveTo>
                    <a:pt x="325955" y="0"/>
                  </a:moveTo>
                  <a:lnTo>
                    <a:pt x="0" y="978508"/>
                  </a:lnTo>
                  <a:lnTo>
                    <a:pt x="39383" y="978508"/>
                  </a:lnTo>
                  <a:lnTo>
                    <a:pt x="362170" y="9511"/>
                  </a:lnTo>
                  <a:lnTo>
                    <a:pt x="325955" y="0"/>
                  </a:lnTo>
                  <a:close/>
                </a:path>
              </a:pathLst>
            </a:custGeom>
            <a:solidFill>
              <a:srgbClr val="FCE6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4624484" y="6560949"/>
              <a:ext cx="365760" cy="988060"/>
            </a:xfrm>
            <a:custGeom>
              <a:avLst/>
              <a:gdLst/>
              <a:ahLst/>
              <a:cxnLst/>
              <a:rect l="l" t="t" r="r" b="b"/>
              <a:pathLst>
                <a:path w="365760" h="988059">
                  <a:moveTo>
                    <a:pt x="329119" y="0"/>
                  </a:moveTo>
                  <a:lnTo>
                    <a:pt x="0" y="988030"/>
                  </a:lnTo>
                  <a:lnTo>
                    <a:pt x="39383" y="988030"/>
                  </a:lnTo>
                  <a:lnTo>
                    <a:pt x="365339" y="9522"/>
                  </a:lnTo>
                  <a:lnTo>
                    <a:pt x="329119" y="0"/>
                  </a:lnTo>
                  <a:close/>
                </a:path>
              </a:pathLst>
            </a:custGeom>
            <a:solidFill>
              <a:srgbClr val="FCE8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4585089" y="6551438"/>
              <a:ext cx="368935" cy="997585"/>
            </a:xfrm>
            <a:custGeom>
              <a:avLst/>
              <a:gdLst/>
              <a:ahLst/>
              <a:cxnLst/>
              <a:rect l="l" t="t" r="r" b="b"/>
              <a:pathLst>
                <a:path w="368935" h="997584">
                  <a:moveTo>
                    <a:pt x="332298" y="0"/>
                  </a:moveTo>
                  <a:lnTo>
                    <a:pt x="0" y="997541"/>
                  </a:lnTo>
                  <a:lnTo>
                    <a:pt x="39394" y="997541"/>
                  </a:lnTo>
                  <a:lnTo>
                    <a:pt x="368513" y="9511"/>
                  </a:lnTo>
                  <a:lnTo>
                    <a:pt x="332298" y="0"/>
                  </a:lnTo>
                  <a:close/>
                </a:path>
              </a:pathLst>
            </a:custGeom>
            <a:solidFill>
              <a:srgbClr val="FCE8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4545719" y="6541927"/>
              <a:ext cx="372110" cy="1007110"/>
            </a:xfrm>
            <a:custGeom>
              <a:avLst/>
              <a:gdLst/>
              <a:ahLst/>
              <a:cxnLst/>
              <a:rect l="l" t="t" r="r" b="b"/>
              <a:pathLst>
                <a:path w="372110" h="1007109">
                  <a:moveTo>
                    <a:pt x="335462" y="0"/>
                  </a:moveTo>
                  <a:lnTo>
                    <a:pt x="0" y="1007052"/>
                  </a:lnTo>
                  <a:lnTo>
                    <a:pt x="39370" y="1007052"/>
                  </a:lnTo>
                  <a:lnTo>
                    <a:pt x="371668" y="9511"/>
                  </a:lnTo>
                  <a:lnTo>
                    <a:pt x="335462" y="0"/>
                  </a:lnTo>
                  <a:close/>
                </a:path>
              </a:pathLst>
            </a:custGeom>
            <a:solidFill>
              <a:srgbClr val="FCE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4506335" y="6532420"/>
              <a:ext cx="375285" cy="1016635"/>
            </a:xfrm>
            <a:custGeom>
              <a:avLst/>
              <a:gdLst/>
              <a:ahLst/>
              <a:cxnLst/>
              <a:rect l="l" t="t" r="r" b="b"/>
              <a:pathLst>
                <a:path w="375285" h="1016634">
                  <a:moveTo>
                    <a:pt x="338630" y="0"/>
                  </a:moveTo>
                  <a:lnTo>
                    <a:pt x="0" y="1016560"/>
                  </a:lnTo>
                  <a:lnTo>
                    <a:pt x="39383" y="1016560"/>
                  </a:lnTo>
                  <a:lnTo>
                    <a:pt x="374846" y="9507"/>
                  </a:lnTo>
                  <a:lnTo>
                    <a:pt x="338630" y="0"/>
                  </a:lnTo>
                  <a:close/>
                </a:path>
              </a:pathLst>
            </a:custGeom>
            <a:solidFill>
              <a:srgbClr val="FCE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4427550" y="6513405"/>
              <a:ext cx="417830" cy="1035685"/>
            </a:xfrm>
            <a:custGeom>
              <a:avLst/>
              <a:gdLst/>
              <a:ahLst/>
              <a:cxnLst/>
              <a:rect l="l" t="t" r="r" b="b"/>
              <a:pathLst>
                <a:path w="417829" h="1035684">
                  <a:moveTo>
                    <a:pt x="417410" y="19024"/>
                  </a:moveTo>
                  <a:lnTo>
                    <a:pt x="381190" y="9512"/>
                  </a:lnTo>
                  <a:lnTo>
                    <a:pt x="344970" y="0"/>
                  </a:lnTo>
                  <a:lnTo>
                    <a:pt x="0" y="1035583"/>
                  </a:lnTo>
                  <a:lnTo>
                    <a:pt x="39382" y="1035583"/>
                  </a:lnTo>
                  <a:lnTo>
                    <a:pt x="78778" y="1035583"/>
                  </a:lnTo>
                  <a:lnTo>
                    <a:pt x="417410" y="19024"/>
                  </a:lnTo>
                  <a:close/>
                </a:path>
              </a:pathLst>
            </a:custGeom>
            <a:solidFill>
              <a:srgbClr val="FFE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4388184" y="6503875"/>
              <a:ext cx="384810" cy="1045210"/>
            </a:xfrm>
            <a:custGeom>
              <a:avLst/>
              <a:gdLst/>
              <a:ahLst/>
              <a:cxnLst/>
              <a:rect l="l" t="t" r="r" b="b"/>
              <a:pathLst>
                <a:path w="384810" h="1045209">
                  <a:moveTo>
                    <a:pt x="348141" y="0"/>
                  </a:moveTo>
                  <a:lnTo>
                    <a:pt x="0" y="1045104"/>
                  </a:lnTo>
                  <a:lnTo>
                    <a:pt x="39370" y="1045104"/>
                  </a:lnTo>
                  <a:lnTo>
                    <a:pt x="384346" y="9521"/>
                  </a:lnTo>
                  <a:lnTo>
                    <a:pt x="348141" y="0"/>
                  </a:lnTo>
                  <a:close/>
                </a:path>
              </a:pathLst>
            </a:custGeom>
            <a:solidFill>
              <a:srgbClr val="FFE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4348800" y="6494364"/>
              <a:ext cx="387985" cy="1054735"/>
            </a:xfrm>
            <a:custGeom>
              <a:avLst/>
              <a:gdLst/>
              <a:ahLst/>
              <a:cxnLst/>
              <a:rect l="l" t="t" r="r" b="b"/>
              <a:pathLst>
                <a:path w="387985" h="1054734">
                  <a:moveTo>
                    <a:pt x="351309" y="0"/>
                  </a:moveTo>
                  <a:lnTo>
                    <a:pt x="0" y="1054615"/>
                  </a:lnTo>
                  <a:lnTo>
                    <a:pt x="39383" y="1054615"/>
                  </a:lnTo>
                  <a:lnTo>
                    <a:pt x="387525" y="9511"/>
                  </a:lnTo>
                  <a:lnTo>
                    <a:pt x="351309" y="0"/>
                  </a:lnTo>
                  <a:close/>
                </a:path>
              </a:pathLst>
            </a:custGeom>
            <a:solidFill>
              <a:srgbClr val="FFEE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4309404" y="6484852"/>
              <a:ext cx="391160" cy="1064260"/>
            </a:xfrm>
            <a:custGeom>
              <a:avLst/>
              <a:gdLst/>
              <a:ahLst/>
              <a:cxnLst/>
              <a:rect l="l" t="t" r="r" b="b"/>
              <a:pathLst>
                <a:path w="391160" h="1064259">
                  <a:moveTo>
                    <a:pt x="354488" y="0"/>
                  </a:moveTo>
                  <a:lnTo>
                    <a:pt x="0" y="1064127"/>
                  </a:lnTo>
                  <a:lnTo>
                    <a:pt x="39395" y="1064127"/>
                  </a:lnTo>
                  <a:lnTo>
                    <a:pt x="390705" y="9512"/>
                  </a:lnTo>
                  <a:lnTo>
                    <a:pt x="354488" y="0"/>
                  </a:lnTo>
                  <a:close/>
                </a:path>
              </a:pathLst>
            </a:custGeom>
            <a:solidFill>
              <a:srgbClr val="FFF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4270032" y="6475341"/>
              <a:ext cx="394335" cy="1073785"/>
            </a:xfrm>
            <a:custGeom>
              <a:avLst/>
              <a:gdLst/>
              <a:ahLst/>
              <a:cxnLst/>
              <a:rect l="l" t="t" r="r" b="b"/>
              <a:pathLst>
                <a:path w="394335" h="1073784">
                  <a:moveTo>
                    <a:pt x="357645" y="0"/>
                  </a:moveTo>
                  <a:lnTo>
                    <a:pt x="0" y="1073638"/>
                  </a:lnTo>
                  <a:lnTo>
                    <a:pt x="39372" y="1073638"/>
                  </a:lnTo>
                  <a:lnTo>
                    <a:pt x="393861" y="9511"/>
                  </a:lnTo>
                  <a:lnTo>
                    <a:pt x="357645" y="0"/>
                  </a:lnTo>
                  <a:close/>
                </a:path>
              </a:pathLst>
            </a:custGeom>
            <a:solidFill>
              <a:srgbClr val="FFEE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4230647" y="6465834"/>
              <a:ext cx="397510" cy="1083310"/>
            </a:xfrm>
            <a:custGeom>
              <a:avLst/>
              <a:gdLst/>
              <a:ahLst/>
              <a:cxnLst/>
              <a:rect l="l" t="t" r="r" b="b"/>
              <a:pathLst>
                <a:path w="397510" h="1083309">
                  <a:moveTo>
                    <a:pt x="360809" y="0"/>
                  </a:moveTo>
                  <a:lnTo>
                    <a:pt x="0" y="1083146"/>
                  </a:lnTo>
                  <a:lnTo>
                    <a:pt x="39383" y="1083146"/>
                  </a:lnTo>
                  <a:lnTo>
                    <a:pt x="397029" y="9507"/>
                  </a:lnTo>
                  <a:lnTo>
                    <a:pt x="360809" y="0"/>
                  </a:lnTo>
                  <a:close/>
                </a:path>
              </a:pathLst>
            </a:custGeom>
            <a:solidFill>
              <a:srgbClr val="FFE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4191264" y="6456322"/>
              <a:ext cx="400685" cy="1092835"/>
            </a:xfrm>
            <a:custGeom>
              <a:avLst/>
              <a:gdLst/>
              <a:ahLst/>
              <a:cxnLst/>
              <a:rect l="l" t="t" r="r" b="b"/>
              <a:pathLst>
                <a:path w="400685" h="1092834">
                  <a:moveTo>
                    <a:pt x="363988" y="0"/>
                  </a:moveTo>
                  <a:lnTo>
                    <a:pt x="0" y="1092657"/>
                  </a:lnTo>
                  <a:lnTo>
                    <a:pt x="39383" y="1092657"/>
                  </a:lnTo>
                  <a:lnTo>
                    <a:pt x="400193" y="9511"/>
                  </a:lnTo>
                  <a:lnTo>
                    <a:pt x="363988" y="0"/>
                  </a:lnTo>
                  <a:close/>
                </a:path>
              </a:pathLst>
            </a:custGeom>
            <a:solidFill>
              <a:srgbClr val="FFE8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4151868" y="6446800"/>
              <a:ext cx="403860" cy="1102360"/>
            </a:xfrm>
            <a:custGeom>
              <a:avLst/>
              <a:gdLst/>
              <a:ahLst/>
              <a:cxnLst/>
              <a:rect l="l" t="t" r="r" b="b"/>
              <a:pathLst>
                <a:path w="403860" h="1102359">
                  <a:moveTo>
                    <a:pt x="367157" y="0"/>
                  </a:moveTo>
                  <a:lnTo>
                    <a:pt x="0" y="1102179"/>
                  </a:lnTo>
                  <a:lnTo>
                    <a:pt x="39395" y="1102179"/>
                  </a:lnTo>
                  <a:lnTo>
                    <a:pt x="403383" y="9522"/>
                  </a:lnTo>
                  <a:lnTo>
                    <a:pt x="367157" y="0"/>
                  </a:lnTo>
                  <a:close/>
                </a:path>
              </a:pathLst>
            </a:custGeom>
            <a:solidFill>
              <a:srgbClr val="FEE6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4112496" y="6437289"/>
              <a:ext cx="407034" cy="1111885"/>
            </a:xfrm>
            <a:custGeom>
              <a:avLst/>
              <a:gdLst/>
              <a:ahLst/>
              <a:cxnLst/>
              <a:rect l="l" t="t" r="r" b="b"/>
              <a:pathLst>
                <a:path w="407035" h="1111884">
                  <a:moveTo>
                    <a:pt x="370324" y="0"/>
                  </a:moveTo>
                  <a:lnTo>
                    <a:pt x="0" y="1111690"/>
                  </a:lnTo>
                  <a:lnTo>
                    <a:pt x="39372" y="1111690"/>
                  </a:lnTo>
                  <a:lnTo>
                    <a:pt x="406529" y="9511"/>
                  </a:lnTo>
                  <a:lnTo>
                    <a:pt x="370324" y="0"/>
                  </a:lnTo>
                  <a:close/>
                </a:path>
              </a:pathLst>
            </a:custGeom>
            <a:solidFill>
              <a:srgbClr val="FBE3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4073116" y="6427778"/>
              <a:ext cx="410209" cy="1121410"/>
            </a:xfrm>
            <a:custGeom>
              <a:avLst/>
              <a:gdLst/>
              <a:ahLst/>
              <a:cxnLst/>
              <a:rect l="l" t="t" r="r" b="b"/>
              <a:pathLst>
                <a:path w="410210" h="1121409">
                  <a:moveTo>
                    <a:pt x="373489" y="0"/>
                  </a:moveTo>
                  <a:lnTo>
                    <a:pt x="0" y="1121201"/>
                  </a:lnTo>
                  <a:lnTo>
                    <a:pt x="39380" y="1121201"/>
                  </a:lnTo>
                  <a:lnTo>
                    <a:pt x="409704" y="9511"/>
                  </a:lnTo>
                  <a:lnTo>
                    <a:pt x="373489" y="0"/>
                  </a:lnTo>
                  <a:close/>
                </a:path>
              </a:pathLst>
            </a:custGeom>
            <a:solidFill>
              <a:srgbClr val="FBE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4033732" y="6418267"/>
              <a:ext cx="413384" cy="1130935"/>
            </a:xfrm>
            <a:custGeom>
              <a:avLst/>
              <a:gdLst/>
              <a:ahLst/>
              <a:cxnLst/>
              <a:rect l="l" t="t" r="r" b="b"/>
              <a:pathLst>
                <a:path w="413385" h="1130934">
                  <a:moveTo>
                    <a:pt x="376668" y="0"/>
                  </a:moveTo>
                  <a:lnTo>
                    <a:pt x="0" y="1130712"/>
                  </a:lnTo>
                  <a:lnTo>
                    <a:pt x="39383" y="1130712"/>
                  </a:lnTo>
                  <a:lnTo>
                    <a:pt x="412873" y="9511"/>
                  </a:lnTo>
                  <a:lnTo>
                    <a:pt x="376668" y="0"/>
                  </a:lnTo>
                  <a:close/>
                </a:path>
              </a:pathLst>
            </a:custGeom>
            <a:solidFill>
              <a:srgbClr val="FAD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3994348" y="6408756"/>
              <a:ext cx="416559" cy="1140460"/>
            </a:xfrm>
            <a:custGeom>
              <a:avLst/>
              <a:gdLst/>
              <a:ahLst/>
              <a:cxnLst/>
              <a:rect l="l" t="t" r="r" b="b"/>
              <a:pathLst>
                <a:path w="416560" h="1140459">
                  <a:moveTo>
                    <a:pt x="379821" y="0"/>
                  </a:moveTo>
                  <a:lnTo>
                    <a:pt x="0" y="1140223"/>
                  </a:lnTo>
                  <a:lnTo>
                    <a:pt x="39383" y="1140223"/>
                  </a:lnTo>
                  <a:lnTo>
                    <a:pt x="416051" y="9511"/>
                  </a:lnTo>
                  <a:lnTo>
                    <a:pt x="379821" y="0"/>
                  </a:lnTo>
                  <a:close/>
                </a:path>
              </a:pathLst>
            </a:custGeom>
            <a:solidFill>
              <a:srgbClr val="FADB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3954964" y="6399233"/>
              <a:ext cx="419734" cy="1149985"/>
            </a:xfrm>
            <a:custGeom>
              <a:avLst/>
              <a:gdLst/>
              <a:ahLst/>
              <a:cxnLst/>
              <a:rect l="l" t="t" r="r" b="b"/>
              <a:pathLst>
                <a:path w="419735" h="1149984">
                  <a:moveTo>
                    <a:pt x="383000" y="0"/>
                  </a:moveTo>
                  <a:lnTo>
                    <a:pt x="0" y="1149746"/>
                  </a:lnTo>
                  <a:lnTo>
                    <a:pt x="39383" y="1149746"/>
                  </a:lnTo>
                  <a:lnTo>
                    <a:pt x="419205" y="9522"/>
                  </a:lnTo>
                  <a:lnTo>
                    <a:pt x="383000" y="0"/>
                  </a:lnTo>
                  <a:close/>
                </a:path>
              </a:pathLst>
            </a:custGeom>
            <a:solidFill>
              <a:srgbClr val="FAD9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3915579" y="6389726"/>
              <a:ext cx="422909" cy="1159510"/>
            </a:xfrm>
            <a:custGeom>
              <a:avLst/>
              <a:gdLst/>
              <a:ahLst/>
              <a:cxnLst/>
              <a:rect l="l" t="t" r="r" b="b"/>
              <a:pathLst>
                <a:path w="422910" h="1159509">
                  <a:moveTo>
                    <a:pt x="386167" y="0"/>
                  </a:moveTo>
                  <a:lnTo>
                    <a:pt x="0" y="1159253"/>
                  </a:lnTo>
                  <a:lnTo>
                    <a:pt x="39383" y="1159253"/>
                  </a:lnTo>
                  <a:lnTo>
                    <a:pt x="422384" y="9507"/>
                  </a:lnTo>
                  <a:lnTo>
                    <a:pt x="386167" y="0"/>
                  </a:lnTo>
                  <a:close/>
                </a:path>
              </a:pathLst>
            </a:custGeom>
            <a:solidFill>
              <a:srgbClr val="FAD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3876196" y="6380215"/>
              <a:ext cx="426084" cy="1169035"/>
            </a:xfrm>
            <a:custGeom>
              <a:avLst/>
              <a:gdLst/>
              <a:ahLst/>
              <a:cxnLst/>
              <a:rect l="l" t="t" r="r" b="b"/>
              <a:pathLst>
                <a:path w="426085" h="1169034">
                  <a:moveTo>
                    <a:pt x="389336" y="0"/>
                  </a:moveTo>
                  <a:lnTo>
                    <a:pt x="0" y="1168764"/>
                  </a:lnTo>
                  <a:lnTo>
                    <a:pt x="39383" y="1168764"/>
                  </a:lnTo>
                  <a:lnTo>
                    <a:pt x="425551" y="9511"/>
                  </a:lnTo>
                  <a:lnTo>
                    <a:pt x="389336" y="0"/>
                  </a:lnTo>
                  <a:close/>
                </a:path>
              </a:pathLst>
            </a:custGeom>
            <a:solidFill>
              <a:srgbClr val="F9D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3836811" y="6370703"/>
              <a:ext cx="429259" cy="1178560"/>
            </a:xfrm>
            <a:custGeom>
              <a:avLst/>
              <a:gdLst/>
              <a:ahLst/>
              <a:cxnLst/>
              <a:rect l="l" t="t" r="r" b="b"/>
              <a:pathLst>
                <a:path w="429260" h="1178559">
                  <a:moveTo>
                    <a:pt x="392501" y="0"/>
                  </a:moveTo>
                  <a:lnTo>
                    <a:pt x="0" y="1178276"/>
                  </a:lnTo>
                  <a:lnTo>
                    <a:pt x="39385" y="1178276"/>
                  </a:lnTo>
                  <a:lnTo>
                    <a:pt x="428721" y="9512"/>
                  </a:lnTo>
                  <a:lnTo>
                    <a:pt x="392501" y="0"/>
                  </a:lnTo>
                  <a:close/>
                </a:path>
              </a:pathLst>
            </a:custGeom>
            <a:solidFill>
              <a:srgbClr val="F9D1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3797427" y="6361192"/>
              <a:ext cx="432434" cy="1188085"/>
            </a:xfrm>
            <a:custGeom>
              <a:avLst/>
              <a:gdLst/>
              <a:ahLst/>
              <a:cxnLst/>
              <a:rect l="l" t="t" r="r" b="b"/>
              <a:pathLst>
                <a:path w="432435" h="1188084">
                  <a:moveTo>
                    <a:pt x="395669" y="0"/>
                  </a:moveTo>
                  <a:lnTo>
                    <a:pt x="0" y="1187787"/>
                  </a:lnTo>
                  <a:lnTo>
                    <a:pt x="39383" y="1187787"/>
                  </a:lnTo>
                  <a:lnTo>
                    <a:pt x="431885" y="9511"/>
                  </a:lnTo>
                  <a:lnTo>
                    <a:pt x="395669" y="0"/>
                  </a:lnTo>
                  <a:close/>
                </a:path>
              </a:pathLst>
            </a:custGeom>
            <a:solidFill>
              <a:srgbClr val="F9C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3758043" y="6351681"/>
              <a:ext cx="435609" cy="1197610"/>
            </a:xfrm>
            <a:custGeom>
              <a:avLst/>
              <a:gdLst/>
              <a:ahLst/>
              <a:cxnLst/>
              <a:rect l="l" t="t" r="r" b="b"/>
              <a:pathLst>
                <a:path w="435610" h="1197609">
                  <a:moveTo>
                    <a:pt x="398848" y="0"/>
                  </a:moveTo>
                  <a:lnTo>
                    <a:pt x="0" y="1197298"/>
                  </a:lnTo>
                  <a:lnTo>
                    <a:pt x="39383" y="1197298"/>
                  </a:lnTo>
                  <a:lnTo>
                    <a:pt x="435053" y="9511"/>
                  </a:lnTo>
                  <a:lnTo>
                    <a:pt x="398848" y="0"/>
                  </a:lnTo>
                  <a:close/>
                </a:path>
              </a:pathLst>
            </a:custGeom>
            <a:solidFill>
              <a:srgbClr val="F9CC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3718659" y="6342170"/>
              <a:ext cx="438784" cy="1207135"/>
            </a:xfrm>
            <a:custGeom>
              <a:avLst/>
              <a:gdLst/>
              <a:ahLst/>
              <a:cxnLst/>
              <a:rect l="l" t="t" r="r" b="b"/>
              <a:pathLst>
                <a:path w="438785" h="1207134">
                  <a:moveTo>
                    <a:pt x="402015" y="0"/>
                  </a:moveTo>
                  <a:lnTo>
                    <a:pt x="0" y="1206809"/>
                  </a:lnTo>
                  <a:lnTo>
                    <a:pt x="39383" y="1206809"/>
                  </a:lnTo>
                  <a:lnTo>
                    <a:pt x="438232" y="9511"/>
                  </a:lnTo>
                  <a:lnTo>
                    <a:pt x="402015" y="0"/>
                  </a:lnTo>
                  <a:close/>
                </a:path>
              </a:pathLst>
            </a:custGeom>
            <a:solidFill>
              <a:srgbClr val="F8C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3679275" y="6332647"/>
              <a:ext cx="441959" cy="1216660"/>
            </a:xfrm>
            <a:custGeom>
              <a:avLst/>
              <a:gdLst/>
              <a:ahLst/>
              <a:cxnLst/>
              <a:rect l="l" t="t" r="r" b="b"/>
              <a:pathLst>
                <a:path w="441960" h="1216659">
                  <a:moveTo>
                    <a:pt x="405184" y="0"/>
                  </a:moveTo>
                  <a:lnTo>
                    <a:pt x="0" y="1216332"/>
                  </a:lnTo>
                  <a:lnTo>
                    <a:pt x="39383" y="1216332"/>
                  </a:lnTo>
                  <a:lnTo>
                    <a:pt x="441399" y="9522"/>
                  </a:lnTo>
                  <a:lnTo>
                    <a:pt x="405184" y="0"/>
                  </a:lnTo>
                  <a:close/>
                </a:path>
              </a:pathLst>
            </a:custGeom>
            <a:solidFill>
              <a:srgbClr val="F5C5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3639891" y="6323140"/>
              <a:ext cx="445134" cy="1226185"/>
            </a:xfrm>
            <a:custGeom>
              <a:avLst/>
              <a:gdLst/>
              <a:ahLst/>
              <a:cxnLst/>
              <a:rect l="l" t="t" r="r" b="b"/>
              <a:pathLst>
                <a:path w="445135" h="1226184">
                  <a:moveTo>
                    <a:pt x="408348" y="0"/>
                  </a:moveTo>
                  <a:lnTo>
                    <a:pt x="0" y="1225839"/>
                  </a:lnTo>
                  <a:lnTo>
                    <a:pt x="39383" y="1225839"/>
                  </a:lnTo>
                  <a:lnTo>
                    <a:pt x="444568" y="9507"/>
                  </a:lnTo>
                  <a:lnTo>
                    <a:pt x="408348" y="0"/>
                  </a:lnTo>
                  <a:close/>
                </a:path>
              </a:pathLst>
            </a:custGeom>
            <a:solidFill>
              <a:srgbClr val="F5C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3600506" y="6313629"/>
              <a:ext cx="448309" cy="1235710"/>
            </a:xfrm>
            <a:custGeom>
              <a:avLst/>
              <a:gdLst/>
              <a:ahLst/>
              <a:cxnLst/>
              <a:rect l="l" t="t" r="r" b="b"/>
              <a:pathLst>
                <a:path w="448310" h="1235709">
                  <a:moveTo>
                    <a:pt x="411526" y="0"/>
                  </a:moveTo>
                  <a:lnTo>
                    <a:pt x="0" y="1235350"/>
                  </a:lnTo>
                  <a:lnTo>
                    <a:pt x="39383" y="1235350"/>
                  </a:lnTo>
                  <a:lnTo>
                    <a:pt x="447732" y="9511"/>
                  </a:lnTo>
                  <a:lnTo>
                    <a:pt x="411526" y="0"/>
                  </a:lnTo>
                  <a:close/>
                </a:path>
              </a:pathLst>
            </a:custGeom>
            <a:solidFill>
              <a:srgbClr val="F5C1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3561138" y="6304118"/>
              <a:ext cx="451484" cy="1245235"/>
            </a:xfrm>
            <a:custGeom>
              <a:avLst/>
              <a:gdLst/>
              <a:ahLst/>
              <a:cxnLst/>
              <a:rect l="l" t="t" r="r" b="b"/>
              <a:pathLst>
                <a:path w="451485" h="1245234">
                  <a:moveTo>
                    <a:pt x="414680" y="0"/>
                  </a:moveTo>
                  <a:lnTo>
                    <a:pt x="0" y="1244861"/>
                  </a:lnTo>
                  <a:lnTo>
                    <a:pt x="39368" y="1244861"/>
                  </a:lnTo>
                  <a:lnTo>
                    <a:pt x="450895" y="9511"/>
                  </a:lnTo>
                  <a:lnTo>
                    <a:pt x="414680" y="0"/>
                  </a:lnTo>
                  <a:close/>
                </a:path>
              </a:pathLst>
            </a:custGeom>
            <a:solidFill>
              <a:srgbClr val="F2BD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3521743" y="6294607"/>
              <a:ext cx="454659" cy="1254760"/>
            </a:xfrm>
            <a:custGeom>
              <a:avLst/>
              <a:gdLst/>
              <a:ahLst/>
              <a:cxnLst/>
              <a:rect l="l" t="t" r="r" b="b"/>
              <a:pathLst>
                <a:path w="454660" h="1254759">
                  <a:moveTo>
                    <a:pt x="417859" y="0"/>
                  </a:moveTo>
                  <a:lnTo>
                    <a:pt x="0" y="1254372"/>
                  </a:lnTo>
                  <a:lnTo>
                    <a:pt x="39395" y="1254372"/>
                  </a:lnTo>
                  <a:lnTo>
                    <a:pt x="454075" y="9511"/>
                  </a:lnTo>
                  <a:lnTo>
                    <a:pt x="417859" y="0"/>
                  </a:lnTo>
                  <a:close/>
                </a:path>
              </a:pathLst>
            </a:custGeom>
            <a:solidFill>
              <a:srgbClr val="F2BB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3482359" y="6285084"/>
              <a:ext cx="457834" cy="1264285"/>
            </a:xfrm>
            <a:custGeom>
              <a:avLst/>
              <a:gdLst/>
              <a:ahLst/>
              <a:cxnLst/>
              <a:rect l="l" t="t" r="r" b="b"/>
              <a:pathLst>
                <a:path w="457835" h="1264284">
                  <a:moveTo>
                    <a:pt x="421024" y="0"/>
                  </a:moveTo>
                  <a:lnTo>
                    <a:pt x="0" y="1263895"/>
                  </a:lnTo>
                  <a:lnTo>
                    <a:pt x="39383" y="1263895"/>
                  </a:lnTo>
                  <a:lnTo>
                    <a:pt x="457243" y="9522"/>
                  </a:lnTo>
                  <a:lnTo>
                    <a:pt x="421024" y="0"/>
                  </a:lnTo>
                  <a:close/>
                </a:path>
              </a:pathLst>
            </a:custGeom>
            <a:solidFill>
              <a:srgbClr val="F2B9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3442986" y="6275573"/>
              <a:ext cx="461009" cy="1273810"/>
            </a:xfrm>
            <a:custGeom>
              <a:avLst/>
              <a:gdLst/>
              <a:ahLst/>
              <a:cxnLst/>
              <a:rect l="l" t="t" r="r" b="b"/>
              <a:pathLst>
                <a:path w="461010" h="1273809">
                  <a:moveTo>
                    <a:pt x="424180" y="0"/>
                  </a:moveTo>
                  <a:lnTo>
                    <a:pt x="0" y="1273406"/>
                  </a:lnTo>
                  <a:lnTo>
                    <a:pt x="39372" y="1273406"/>
                  </a:lnTo>
                  <a:lnTo>
                    <a:pt x="460396" y="9511"/>
                  </a:lnTo>
                  <a:lnTo>
                    <a:pt x="424180" y="0"/>
                  </a:lnTo>
                  <a:close/>
                </a:path>
              </a:pathLst>
            </a:custGeom>
            <a:solidFill>
              <a:srgbClr val="F1B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3403602" y="6266062"/>
              <a:ext cx="464184" cy="1283335"/>
            </a:xfrm>
            <a:custGeom>
              <a:avLst/>
              <a:gdLst/>
              <a:ahLst/>
              <a:cxnLst/>
              <a:rect l="l" t="t" r="r" b="b"/>
              <a:pathLst>
                <a:path w="464185" h="1283334">
                  <a:moveTo>
                    <a:pt x="427358" y="0"/>
                  </a:moveTo>
                  <a:lnTo>
                    <a:pt x="0" y="1282917"/>
                  </a:lnTo>
                  <a:lnTo>
                    <a:pt x="39383" y="1282917"/>
                  </a:lnTo>
                  <a:lnTo>
                    <a:pt x="463563" y="9511"/>
                  </a:lnTo>
                  <a:lnTo>
                    <a:pt x="427358" y="0"/>
                  </a:lnTo>
                  <a:close/>
                </a:path>
              </a:pathLst>
            </a:custGeom>
            <a:solidFill>
              <a:srgbClr val="F1B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3364218" y="6256555"/>
              <a:ext cx="467359" cy="1292860"/>
            </a:xfrm>
            <a:custGeom>
              <a:avLst/>
              <a:gdLst/>
              <a:ahLst/>
              <a:cxnLst/>
              <a:rect l="l" t="t" r="r" b="b"/>
              <a:pathLst>
                <a:path w="467360" h="1292859">
                  <a:moveTo>
                    <a:pt x="430527" y="0"/>
                  </a:moveTo>
                  <a:lnTo>
                    <a:pt x="0" y="1292424"/>
                  </a:lnTo>
                  <a:lnTo>
                    <a:pt x="39383" y="1292424"/>
                  </a:lnTo>
                  <a:lnTo>
                    <a:pt x="466742" y="9507"/>
                  </a:lnTo>
                  <a:lnTo>
                    <a:pt x="430527" y="0"/>
                  </a:lnTo>
                  <a:close/>
                </a:path>
              </a:pathLst>
            </a:custGeom>
            <a:solidFill>
              <a:srgbClr val="F1B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3324823" y="6247043"/>
              <a:ext cx="470534" cy="1302385"/>
            </a:xfrm>
            <a:custGeom>
              <a:avLst/>
              <a:gdLst/>
              <a:ahLst/>
              <a:cxnLst/>
              <a:rect l="l" t="t" r="r" b="b"/>
              <a:pathLst>
                <a:path w="470535" h="1302384">
                  <a:moveTo>
                    <a:pt x="433706" y="0"/>
                  </a:moveTo>
                  <a:lnTo>
                    <a:pt x="0" y="1301936"/>
                  </a:lnTo>
                  <a:lnTo>
                    <a:pt x="39395" y="1301936"/>
                  </a:lnTo>
                  <a:lnTo>
                    <a:pt x="469922" y="9512"/>
                  </a:lnTo>
                  <a:lnTo>
                    <a:pt x="433706" y="0"/>
                  </a:lnTo>
                  <a:close/>
                </a:path>
              </a:pathLst>
            </a:custGeom>
            <a:solidFill>
              <a:srgbClr val="F0AD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3285450" y="6237532"/>
              <a:ext cx="473075" cy="1311910"/>
            </a:xfrm>
            <a:custGeom>
              <a:avLst/>
              <a:gdLst/>
              <a:ahLst/>
              <a:cxnLst/>
              <a:rect l="l" t="t" r="r" b="b"/>
              <a:pathLst>
                <a:path w="473075" h="1311909">
                  <a:moveTo>
                    <a:pt x="436859" y="0"/>
                  </a:moveTo>
                  <a:lnTo>
                    <a:pt x="0" y="1311447"/>
                  </a:lnTo>
                  <a:lnTo>
                    <a:pt x="39372" y="1311447"/>
                  </a:lnTo>
                  <a:lnTo>
                    <a:pt x="473078" y="9511"/>
                  </a:lnTo>
                  <a:lnTo>
                    <a:pt x="436859" y="0"/>
                  </a:lnTo>
                  <a:close/>
                </a:path>
              </a:pathLst>
            </a:custGeom>
            <a:solidFill>
              <a:srgbClr val="F0AC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3246069" y="6228021"/>
              <a:ext cx="476250" cy="1321435"/>
            </a:xfrm>
            <a:custGeom>
              <a:avLst/>
              <a:gdLst/>
              <a:ahLst/>
              <a:cxnLst/>
              <a:rect l="l" t="t" r="r" b="b"/>
              <a:pathLst>
                <a:path w="476250" h="1321434">
                  <a:moveTo>
                    <a:pt x="440039" y="0"/>
                  </a:moveTo>
                  <a:lnTo>
                    <a:pt x="0" y="1320958"/>
                  </a:lnTo>
                  <a:lnTo>
                    <a:pt x="39381" y="1320958"/>
                  </a:lnTo>
                  <a:lnTo>
                    <a:pt x="476241" y="9511"/>
                  </a:lnTo>
                  <a:lnTo>
                    <a:pt x="440039" y="0"/>
                  </a:lnTo>
                  <a:close/>
                </a:path>
              </a:pathLst>
            </a:custGeom>
            <a:solidFill>
              <a:srgbClr val="F0AA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3206685" y="6218498"/>
              <a:ext cx="479425" cy="1330960"/>
            </a:xfrm>
            <a:custGeom>
              <a:avLst/>
              <a:gdLst/>
              <a:ahLst/>
              <a:cxnLst/>
              <a:rect l="l" t="t" r="r" b="b"/>
              <a:pathLst>
                <a:path w="479425" h="1330959">
                  <a:moveTo>
                    <a:pt x="443203" y="0"/>
                  </a:moveTo>
                  <a:lnTo>
                    <a:pt x="0" y="1330481"/>
                  </a:lnTo>
                  <a:lnTo>
                    <a:pt x="39383" y="1330481"/>
                  </a:lnTo>
                  <a:lnTo>
                    <a:pt x="479423" y="9522"/>
                  </a:lnTo>
                  <a:lnTo>
                    <a:pt x="443203" y="0"/>
                  </a:lnTo>
                  <a:close/>
                </a:path>
              </a:pathLst>
            </a:custGeom>
            <a:solidFill>
              <a:srgbClr val="F0A6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3167301" y="6208987"/>
              <a:ext cx="482600" cy="1340485"/>
            </a:xfrm>
            <a:custGeom>
              <a:avLst/>
              <a:gdLst/>
              <a:ahLst/>
              <a:cxnLst/>
              <a:rect l="l" t="t" r="r" b="b"/>
              <a:pathLst>
                <a:path w="482600" h="1340484">
                  <a:moveTo>
                    <a:pt x="446371" y="0"/>
                  </a:moveTo>
                  <a:lnTo>
                    <a:pt x="0" y="1339992"/>
                  </a:lnTo>
                  <a:lnTo>
                    <a:pt x="39383" y="1339992"/>
                  </a:lnTo>
                  <a:lnTo>
                    <a:pt x="482587" y="9511"/>
                  </a:lnTo>
                  <a:lnTo>
                    <a:pt x="446371" y="0"/>
                  </a:lnTo>
                  <a:close/>
                </a:path>
              </a:pathLst>
            </a:custGeom>
            <a:solidFill>
              <a:srgbClr val="EDA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3127917" y="6199476"/>
              <a:ext cx="485775" cy="1350010"/>
            </a:xfrm>
            <a:custGeom>
              <a:avLst/>
              <a:gdLst/>
              <a:ahLst/>
              <a:cxnLst/>
              <a:rect l="l" t="t" r="r" b="b"/>
              <a:pathLst>
                <a:path w="485775" h="1350009">
                  <a:moveTo>
                    <a:pt x="449539" y="0"/>
                  </a:moveTo>
                  <a:lnTo>
                    <a:pt x="0" y="1349503"/>
                  </a:lnTo>
                  <a:lnTo>
                    <a:pt x="39383" y="1349503"/>
                  </a:lnTo>
                  <a:lnTo>
                    <a:pt x="485755" y="9511"/>
                  </a:lnTo>
                  <a:lnTo>
                    <a:pt x="449539" y="0"/>
                  </a:lnTo>
                  <a:close/>
                </a:path>
              </a:pathLst>
            </a:custGeom>
            <a:solidFill>
              <a:srgbClr val="EBA3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3088533" y="6189969"/>
              <a:ext cx="488950" cy="1359535"/>
            </a:xfrm>
            <a:custGeom>
              <a:avLst/>
              <a:gdLst/>
              <a:ahLst/>
              <a:cxnLst/>
              <a:rect l="l" t="t" r="r" b="b"/>
              <a:pathLst>
                <a:path w="488950" h="1359534">
                  <a:moveTo>
                    <a:pt x="452718" y="0"/>
                  </a:moveTo>
                  <a:lnTo>
                    <a:pt x="0" y="1359010"/>
                  </a:lnTo>
                  <a:lnTo>
                    <a:pt x="39383" y="1359010"/>
                  </a:lnTo>
                  <a:lnTo>
                    <a:pt x="488923" y="9507"/>
                  </a:lnTo>
                  <a:lnTo>
                    <a:pt x="452718" y="0"/>
                  </a:lnTo>
                  <a:close/>
                </a:path>
              </a:pathLst>
            </a:custGeom>
            <a:solidFill>
              <a:srgbClr val="E9A1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3049149" y="6180458"/>
              <a:ext cx="492125" cy="1369060"/>
            </a:xfrm>
            <a:custGeom>
              <a:avLst/>
              <a:gdLst/>
              <a:ahLst/>
              <a:cxnLst/>
              <a:rect l="l" t="t" r="r" b="b"/>
              <a:pathLst>
                <a:path w="492125" h="1369059">
                  <a:moveTo>
                    <a:pt x="455883" y="0"/>
                  </a:moveTo>
                  <a:lnTo>
                    <a:pt x="0" y="1368521"/>
                  </a:lnTo>
                  <a:lnTo>
                    <a:pt x="39383" y="1368521"/>
                  </a:lnTo>
                  <a:lnTo>
                    <a:pt x="492102" y="9511"/>
                  </a:lnTo>
                  <a:lnTo>
                    <a:pt x="455883" y="0"/>
                  </a:lnTo>
                  <a:close/>
                </a:path>
              </a:pathLst>
            </a:custGeom>
            <a:solidFill>
              <a:srgbClr val="E79E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3009765" y="6170936"/>
              <a:ext cx="495300" cy="1378585"/>
            </a:xfrm>
            <a:custGeom>
              <a:avLst/>
              <a:gdLst/>
              <a:ahLst/>
              <a:cxnLst/>
              <a:rect l="l" t="t" r="r" b="b"/>
              <a:pathLst>
                <a:path w="495300" h="1378584">
                  <a:moveTo>
                    <a:pt x="459050" y="0"/>
                  </a:moveTo>
                  <a:lnTo>
                    <a:pt x="0" y="1378043"/>
                  </a:lnTo>
                  <a:lnTo>
                    <a:pt x="39383" y="1378043"/>
                  </a:lnTo>
                  <a:lnTo>
                    <a:pt x="495266" y="9522"/>
                  </a:lnTo>
                  <a:lnTo>
                    <a:pt x="459050" y="0"/>
                  </a:lnTo>
                  <a:close/>
                </a:path>
              </a:pathLst>
            </a:custGeom>
            <a:solidFill>
              <a:srgbClr val="E59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2970381" y="6161425"/>
              <a:ext cx="498475" cy="1388110"/>
            </a:xfrm>
            <a:custGeom>
              <a:avLst/>
              <a:gdLst/>
              <a:ahLst/>
              <a:cxnLst/>
              <a:rect l="l" t="t" r="r" b="b"/>
              <a:pathLst>
                <a:path w="498475" h="1388109">
                  <a:moveTo>
                    <a:pt x="462219" y="0"/>
                  </a:moveTo>
                  <a:lnTo>
                    <a:pt x="0" y="1387555"/>
                  </a:lnTo>
                  <a:lnTo>
                    <a:pt x="39383" y="1387555"/>
                  </a:lnTo>
                  <a:lnTo>
                    <a:pt x="498434" y="9511"/>
                  </a:lnTo>
                  <a:lnTo>
                    <a:pt x="462219" y="0"/>
                  </a:lnTo>
                  <a:close/>
                </a:path>
              </a:pathLst>
            </a:custGeom>
            <a:solidFill>
              <a:srgbClr val="E199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2930997" y="6151914"/>
              <a:ext cx="501650" cy="1397635"/>
            </a:xfrm>
            <a:custGeom>
              <a:avLst/>
              <a:gdLst/>
              <a:ahLst/>
              <a:cxnLst/>
              <a:rect l="l" t="t" r="r" b="b"/>
              <a:pathLst>
                <a:path w="501650" h="1397634">
                  <a:moveTo>
                    <a:pt x="465386" y="0"/>
                  </a:moveTo>
                  <a:lnTo>
                    <a:pt x="0" y="1397066"/>
                  </a:lnTo>
                  <a:lnTo>
                    <a:pt x="39383" y="1397066"/>
                  </a:lnTo>
                  <a:lnTo>
                    <a:pt x="501603" y="9511"/>
                  </a:lnTo>
                  <a:lnTo>
                    <a:pt x="465386" y="0"/>
                  </a:lnTo>
                  <a:close/>
                </a:path>
              </a:pathLst>
            </a:custGeom>
            <a:solidFill>
              <a:srgbClr val="E199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2891613" y="6142402"/>
              <a:ext cx="504825" cy="1407160"/>
            </a:xfrm>
            <a:custGeom>
              <a:avLst/>
              <a:gdLst/>
              <a:ahLst/>
              <a:cxnLst/>
              <a:rect l="l" t="t" r="r" b="b"/>
              <a:pathLst>
                <a:path w="504825" h="1407159">
                  <a:moveTo>
                    <a:pt x="468565" y="0"/>
                  </a:moveTo>
                  <a:lnTo>
                    <a:pt x="0" y="1406577"/>
                  </a:lnTo>
                  <a:lnTo>
                    <a:pt x="39383" y="1406577"/>
                  </a:lnTo>
                  <a:lnTo>
                    <a:pt x="504770" y="9511"/>
                  </a:lnTo>
                  <a:lnTo>
                    <a:pt x="468565" y="0"/>
                  </a:lnTo>
                  <a:close/>
                </a:path>
              </a:pathLst>
            </a:custGeom>
            <a:solidFill>
              <a:srgbClr val="DF97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2852229" y="6132894"/>
              <a:ext cx="508000" cy="1416685"/>
            </a:xfrm>
            <a:custGeom>
              <a:avLst/>
              <a:gdLst/>
              <a:ahLst/>
              <a:cxnLst/>
              <a:rect l="l" t="t" r="r" b="b"/>
              <a:pathLst>
                <a:path w="508000" h="1416684">
                  <a:moveTo>
                    <a:pt x="471718" y="0"/>
                  </a:moveTo>
                  <a:lnTo>
                    <a:pt x="0" y="1416085"/>
                  </a:lnTo>
                  <a:lnTo>
                    <a:pt x="39383" y="1416085"/>
                  </a:lnTo>
                  <a:lnTo>
                    <a:pt x="507949" y="9508"/>
                  </a:lnTo>
                  <a:lnTo>
                    <a:pt x="471718" y="0"/>
                  </a:lnTo>
                  <a:close/>
                </a:path>
              </a:pathLst>
            </a:custGeom>
            <a:solidFill>
              <a:srgbClr val="DC95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2812845" y="6123383"/>
              <a:ext cx="511175" cy="1426210"/>
            </a:xfrm>
            <a:custGeom>
              <a:avLst/>
              <a:gdLst/>
              <a:ahLst/>
              <a:cxnLst/>
              <a:rect l="l" t="t" r="r" b="b"/>
              <a:pathLst>
                <a:path w="511175" h="1426209">
                  <a:moveTo>
                    <a:pt x="474897" y="0"/>
                  </a:moveTo>
                  <a:lnTo>
                    <a:pt x="0" y="1425596"/>
                  </a:lnTo>
                  <a:lnTo>
                    <a:pt x="39383" y="1425596"/>
                  </a:lnTo>
                  <a:lnTo>
                    <a:pt x="511102" y="9511"/>
                  </a:lnTo>
                  <a:lnTo>
                    <a:pt x="474897" y="0"/>
                  </a:lnTo>
                  <a:close/>
                </a:path>
              </a:pathLst>
            </a:custGeom>
            <a:solidFill>
              <a:srgbClr val="DA9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2773465" y="6113862"/>
              <a:ext cx="514350" cy="1435735"/>
            </a:xfrm>
            <a:custGeom>
              <a:avLst/>
              <a:gdLst/>
              <a:ahLst/>
              <a:cxnLst/>
              <a:rect l="l" t="t" r="r" b="b"/>
              <a:pathLst>
                <a:path w="514350" h="1435734">
                  <a:moveTo>
                    <a:pt x="478062" y="0"/>
                  </a:moveTo>
                  <a:lnTo>
                    <a:pt x="0" y="1435117"/>
                  </a:lnTo>
                  <a:lnTo>
                    <a:pt x="39380" y="1435117"/>
                  </a:lnTo>
                  <a:lnTo>
                    <a:pt x="514277" y="9521"/>
                  </a:lnTo>
                  <a:lnTo>
                    <a:pt x="478062" y="0"/>
                  </a:lnTo>
                  <a:close/>
                </a:path>
              </a:pathLst>
            </a:custGeom>
            <a:solidFill>
              <a:srgbClr val="D59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2734081" y="6104351"/>
              <a:ext cx="517525" cy="1444625"/>
            </a:xfrm>
            <a:custGeom>
              <a:avLst/>
              <a:gdLst/>
              <a:ahLst/>
              <a:cxnLst/>
              <a:rect l="l" t="t" r="r" b="b"/>
              <a:pathLst>
                <a:path w="517525" h="1444625">
                  <a:moveTo>
                    <a:pt x="481241" y="0"/>
                  </a:moveTo>
                  <a:lnTo>
                    <a:pt x="0" y="1444628"/>
                  </a:lnTo>
                  <a:lnTo>
                    <a:pt x="39383" y="1444628"/>
                  </a:lnTo>
                  <a:lnTo>
                    <a:pt x="517446" y="9511"/>
                  </a:lnTo>
                  <a:lnTo>
                    <a:pt x="481241" y="0"/>
                  </a:lnTo>
                  <a:close/>
                </a:path>
              </a:pathLst>
            </a:custGeom>
            <a:solidFill>
              <a:srgbClr val="D38E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2694697" y="6094838"/>
              <a:ext cx="520700" cy="1454150"/>
            </a:xfrm>
            <a:custGeom>
              <a:avLst/>
              <a:gdLst/>
              <a:ahLst/>
              <a:cxnLst/>
              <a:rect l="l" t="t" r="r" b="b"/>
              <a:pathLst>
                <a:path w="520700" h="1454150">
                  <a:moveTo>
                    <a:pt x="484394" y="0"/>
                  </a:moveTo>
                  <a:lnTo>
                    <a:pt x="0" y="1454141"/>
                  </a:lnTo>
                  <a:lnTo>
                    <a:pt x="39383" y="1454141"/>
                  </a:lnTo>
                  <a:lnTo>
                    <a:pt x="520625" y="9512"/>
                  </a:lnTo>
                  <a:lnTo>
                    <a:pt x="484394" y="0"/>
                  </a:lnTo>
                  <a:close/>
                </a:path>
              </a:pathLst>
            </a:custGeom>
            <a:solidFill>
              <a:srgbClr val="D38C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2655313" y="6085327"/>
              <a:ext cx="523875" cy="1463675"/>
            </a:xfrm>
            <a:custGeom>
              <a:avLst/>
              <a:gdLst/>
              <a:ahLst/>
              <a:cxnLst/>
              <a:rect l="l" t="t" r="r" b="b"/>
              <a:pathLst>
                <a:path w="523875" h="1463675">
                  <a:moveTo>
                    <a:pt x="487573" y="0"/>
                  </a:moveTo>
                  <a:lnTo>
                    <a:pt x="0" y="1463652"/>
                  </a:lnTo>
                  <a:lnTo>
                    <a:pt x="39383" y="1463652"/>
                  </a:lnTo>
                  <a:lnTo>
                    <a:pt x="523778" y="9511"/>
                  </a:lnTo>
                  <a:lnTo>
                    <a:pt x="487573" y="0"/>
                  </a:lnTo>
                  <a:close/>
                </a:path>
              </a:pathLst>
            </a:custGeom>
            <a:solidFill>
              <a:srgbClr val="CF89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2615929" y="6075816"/>
              <a:ext cx="527050" cy="1473200"/>
            </a:xfrm>
            <a:custGeom>
              <a:avLst/>
              <a:gdLst/>
              <a:ahLst/>
              <a:cxnLst/>
              <a:rect l="l" t="t" r="r" b="b"/>
              <a:pathLst>
                <a:path w="527050" h="1473200">
                  <a:moveTo>
                    <a:pt x="490740" y="0"/>
                  </a:moveTo>
                  <a:lnTo>
                    <a:pt x="0" y="1473163"/>
                  </a:lnTo>
                  <a:lnTo>
                    <a:pt x="39383" y="1473163"/>
                  </a:lnTo>
                  <a:lnTo>
                    <a:pt x="526957" y="9511"/>
                  </a:lnTo>
                  <a:lnTo>
                    <a:pt x="490740" y="0"/>
                  </a:lnTo>
                  <a:close/>
                </a:path>
              </a:pathLst>
            </a:custGeom>
            <a:solidFill>
              <a:srgbClr val="CD8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2576555" y="6066309"/>
              <a:ext cx="530225" cy="1482725"/>
            </a:xfrm>
            <a:custGeom>
              <a:avLst/>
              <a:gdLst/>
              <a:ahLst/>
              <a:cxnLst/>
              <a:rect l="l" t="t" r="r" b="b"/>
              <a:pathLst>
                <a:path w="530225" h="1482725">
                  <a:moveTo>
                    <a:pt x="493899" y="0"/>
                  </a:moveTo>
                  <a:lnTo>
                    <a:pt x="0" y="1482670"/>
                  </a:lnTo>
                  <a:lnTo>
                    <a:pt x="39373" y="1482670"/>
                  </a:lnTo>
                  <a:lnTo>
                    <a:pt x="530114" y="9507"/>
                  </a:lnTo>
                  <a:lnTo>
                    <a:pt x="493899" y="0"/>
                  </a:lnTo>
                  <a:close/>
                </a:path>
              </a:pathLst>
            </a:custGeom>
            <a:solidFill>
              <a:srgbClr val="C985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2537161" y="6056787"/>
              <a:ext cx="533400" cy="1492250"/>
            </a:xfrm>
            <a:custGeom>
              <a:avLst/>
              <a:gdLst/>
              <a:ahLst/>
              <a:cxnLst/>
              <a:rect l="l" t="t" r="r" b="b"/>
              <a:pathLst>
                <a:path w="533400" h="1492250">
                  <a:moveTo>
                    <a:pt x="497076" y="0"/>
                  </a:moveTo>
                  <a:lnTo>
                    <a:pt x="0" y="1492192"/>
                  </a:lnTo>
                  <a:lnTo>
                    <a:pt x="39394" y="1492192"/>
                  </a:lnTo>
                  <a:lnTo>
                    <a:pt x="533293" y="9522"/>
                  </a:lnTo>
                  <a:lnTo>
                    <a:pt x="497076" y="0"/>
                  </a:lnTo>
                  <a:close/>
                </a:path>
              </a:pathLst>
            </a:custGeom>
            <a:solidFill>
              <a:srgbClr val="C783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2497777" y="6047276"/>
              <a:ext cx="536575" cy="1501775"/>
            </a:xfrm>
            <a:custGeom>
              <a:avLst/>
              <a:gdLst/>
              <a:ahLst/>
              <a:cxnLst/>
              <a:rect l="l" t="t" r="r" b="b"/>
              <a:pathLst>
                <a:path w="536575" h="1501775">
                  <a:moveTo>
                    <a:pt x="500241" y="0"/>
                  </a:moveTo>
                  <a:lnTo>
                    <a:pt x="0" y="1501703"/>
                  </a:lnTo>
                  <a:lnTo>
                    <a:pt x="39383" y="1501703"/>
                  </a:lnTo>
                  <a:lnTo>
                    <a:pt x="536460" y="9511"/>
                  </a:lnTo>
                  <a:lnTo>
                    <a:pt x="500241" y="0"/>
                  </a:lnTo>
                  <a:close/>
                </a:path>
              </a:pathLst>
            </a:custGeom>
            <a:solidFill>
              <a:srgbClr val="C58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2458393" y="6037765"/>
              <a:ext cx="539750" cy="1511300"/>
            </a:xfrm>
            <a:custGeom>
              <a:avLst/>
              <a:gdLst/>
              <a:ahLst/>
              <a:cxnLst/>
              <a:rect l="l" t="t" r="r" b="b"/>
              <a:pathLst>
                <a:path w="539750" h="1511300">
                  <a:moveTo>
                    <a:pt x="503420" y="0"/>
                  </a:moveTo>
                  <a:lnTo>
                    <a:pt x="0" y="1511214"/>
                  </a:lnTo>
                  <a:lnTo>
                    <a:pt x="39383" y="1511214"/>
                  </a:lnTo>
                  <a:lnTo>
                    <a:pt x="539625" y="9511"/>
                  </a:lnTo>
                  <a:lnTo>
                    <a:pt x="503420" y="0"/>
                  </a:lnTo>
                  <a:close/>
                </a:path>
              </a:pathLst>
            </a:custGeom>
            <a:solidFill>
              <a:srgbClr val="C38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2419023" y="6028254"/>
              <a:ext cx="542925" cy="1520825"/>
            </a:xfrm>
            <a:custGeom>
              <a:avLst/>
              <a:gdLst/>
              <a:ahLst/>
              <a:cxnLst/>
              <a:rect l="l" t="t" r="r" b="b"/>
              <a:pathLst>
                <a:path w="542925" h="1520825">
                  <a:moveTo>
                    <a:pt x="506573" y="0"/>
                  </a:moveTo>
                  <a:lnTo>
                    <a:pt x="0" y="1520725"/>
                  </a:lnTo>
                  <a:lnTo>
                    <a:pt x="39369" y="1520725"/>
                  </a:lnTo>
                  <a:lnTo>
                    <a:pt x="542790" y="9511"/>
                  </a:lnTo>
                  <a:lnTo>
                    <a:pt x="506573" y="0"/>
                  </a:lnTo>
                  <a:close/>
                </a:path>
              </a:pathLst>
            </a:custGeom>
            <a:solidFill>
              <a:srgbClr val="C27E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2379625" y="6018743"/>
              <a:ext cx="546100" cy="1530350"/>
            </a:xfrm>
            <a:custGeom>
              <a:avLst/>
              <a:gdLst/>
              <a:ahLst/>
              <a:cxnLst/>
              <a:rect l="l" t="t" r="r" b="b"/>
              <a:pathLst>
                <a:path w="546100" h="1530350">
                  <a:moveTo>
                    <a:pt x="509756" y="0"/>
                  </a:moveTo>
                  <a:lnTo>
                    <a:pt x="0" y="1530236"/>
                  </a:lnTo>
                  <a:lnTo>
                    <a:pt x="39397" y="1530236"/>
                  </a:lnTo>
                  <a:lnTo>
                    <a:pt x="545971" y="9511"/>
                  </a:lnTo>
                  <a:lnTo>
                    <a:pt x="509756" y="0"/>
                  </a:lnTo>
                  <a:close/>
                </a:path>
              </a:pathLst>
            </a:custGeom>
            <a:solidFill>
              <a:srgbClr val="C07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2340241" y="6009220"/>
              <a:ext cx="549275" cy="1539875"/>
            </a:xfrm>
            <a:custGeom>
              <a:avLst/>
              <a:gdLst/>
              <a:ahLst/>
              <a:cxnLst/>
              <a:rect l="l" t="t" r="r" b="b"/>
              <a:pathLst>
                <a:path w="549275" h="1539875">
                  <a:moveTo>
                    <a:pt x="512923" y="0"/>
                  </a:moveTo>
                  <a:lnTo>
                    <a:pt x="0" y="1539759"/>
                  </a:lnTo>
                  <a:lnTo>
                    <a:pt x="39383" y="1539759"/>
                  </a:lnTo>
                  <a:lnTo>
                    <a:pt x="549140" y="9522"/>
                  </a:lnTo>
                  <a:lnTo>
                    <a:pt x="512923" y="0"/>
                  </a:lnTo>
                  <a:close/>
                </a:path>
              </a:pathLst>
            </a:custGeom>
            <a:solidFill>
              <a:srgbClr val="BE7B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2300857" y="5999709"/>
              <a:ext cx="552450" cy="1549400"/>
            </a:xfrm>
            <a:custGeom>
              <a:avLst/>
              <a:gdLst/>
              <a:ahLst/>
              <a:cxnLst/>
              <a:rect l="l" t="t" r="r" b="b"/>
              <a:pathLst>
                <a:path w="552450" h="1549400">
                  <a:moveTo>
                    <a:pt x="516102" y="0"/>
                  </a:moveTo>
                  <a:lnTo>
                    <a:pt x="0" y="1549270"/>
                  </a:lnTo>
                  <a:lnTo>
                    <a:pt x="39383" y="1549270"/>
                  </a:lnTo>
                  <a:lnTo>
                    <a:pt x="552307" y="9511"/>
                  </a:lnTo>
                  <a:lnTo>
                    <a:pt x="516102" y="0"/>
                  </a:lnTo>
                  <a:close/>
                </a:path>
              </a:pathLst>
            </a:custGeom>
            <a:solidFill>
              <a:srgbClr val="BB7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2261476" y="5990202"/>
              <a:ext cx="555625" cy="1558925"/>
            </a:xfrm>
            <a:custGeom>
              <a:avLst/>
              <a:gdLst/>
              <a:ahLst/>
              <a:cxnLst/>
              <a:rect l="l" t="t" r="r" b="b"/>
              <a:pathLst>
                <a:path w="555625" h="1558925">
                  <a:moveTo>
                    <a:pt x="519264" y="0"/>
                  </a:moveTo>
                  <a:lnTo>
                    <a:pt x="0" y="1558777"/>
                  </a:lnTo>
                  <a:lnTo>
                    <a:pt x="39381" y="1558777"/>
                  </a:lnTo>
                  <a:lnTo>
                    <a:pt x="555484" y="9507"/>
                  </a:lnTo>
                  <a:lnTo>
                    <a:pt x="519264" y="0"/>
                  </a:lnTo>
                  <a:close/>
                </a:path>
              </a:pathLst>
            </a:custGeom>
            <a:solidFill>
              <a:srgbClr val="B775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2222092" y="5980689"/>
              <a:ext cx="558800" cy="1568450"/>
            </a:xfrm>
            <a:custGeom>
              <a:avLst/>
              <a:gdLst/>
              <a:ahLst/>
              <a:cxnLst/>
              <a:rect l="l" t="t" r="r" b="b"/>
              <a:pathLst>
                <a:path w="558800" h="1568450">
                  <a:moveTo>
                    <a:pt x="522422" y="0"/>
                  </a:moveTo>
                  <a:lnTo>
                    <a:pt x="0" y="1568289"/>
                  </a:lnTo>
                  <a:lnTo>
                    <a:pt x="39383" y="1568289"/>
                  </a:lnTo>
                  <a:lnTo>
                    <a:pt x="558648" y="9512"/>
                  </a:lnTo>
                  <a:lnTo>
                    <a:pt x="522422" y="0"/>
                  </a:lnTo>
                  <a:close/>
                </a:path>
              </a:pathLst>
            </a:custGeom>
            <a:solidFill>
              <a:srgbClr val="B67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2182708" y="5971178"/>
              <a:ext cx="561975" cy="1577975"/>
            </a:xfrm>
            <a:custGeom>
              <a:avLst/>
              <a:gdLst/>
              <a:ahLst/>
              <a:cxnLst/>
              <a:rect l="l" t="t" r="r" b="b"/>
              <a:pathLst>
                <a:path w="561975" h="1577975">
                  <a:moveTo>
                    <a:pt x="525600" y="0"/>
                  </a:moveTo>
                  <a:lnTo>
                    <a:pt x="0" y="1577801"/>
                  </a:lnTo>
                  <a:lnTo>
                    <a:pt x="39383" y="1577801"/>
                  </a:lnTo>
                  <a:lnTo>
                    <a:pt x="561806" y="9511"/>
                  </a:lnTo>
                  <a:lnTo>
                    <a:pt x="525600" y="0"/>
                  </a:lnTo>
                  <a:close/>
                </a:path>
              </a:pathLst>
            </a:custGeom>
            <a:solidFill>
              <a:srgbClr val="B27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2143335" y="5961667"/>
              <a:ext cx="565150" cy="1587500"/>
            </a:xfrm>
            <a:custGeom>
              <a:avLst/>
              <a:gdLst/>
              <a:ahLst/>
              <a:cxnLst/>
              <a:rect l="l" t="t" r="r" b="b"/>
              <a:pathLst>
                <a:path w="565150" h="1587500">
                  <a:moveTo>
                    <a:pt x="528756" y="0"/>
                  </a:moveTo>
                  <a:lnTo>
                    <a:pt x="0" y="1587312"/>
                  </a:lnTo>
                  <a:lnTo>
                    <a:pt x="39372" y="1587312"/>
                  </a:lnTo>
                  <a:lnTo>
                    <a:pt x="564973" y="9511"/>
                  </a:lnTo>
                  <a:lnTo>
                    <a:pt x="528756" y="0"/>
                  </a:lnTo>
                  <a:close/>
                </a:path>
              </a:pathLst>
            </a:custGeom>
            <a:solidFill>
              <a:srgbClr val="B16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2103940" y="5952146"/>
              <a:ext cx="568325" cy="1597025"/>
            </a:xfrm>
            <a:custGeom>
              <a:avLst/>
              <a:gdLst/>
              <a:ahLst/>
              <a:cxnLst/>
              <a:rect l="l" t="t" r="r" b="b"/>
              <a:pathLst>
                <a:path w="568325" h="1597025">
                  <a:moveTo>
                    <a:pt x="531933" y="0"/>
                  </a:moveTo>
                  <a:lnTo>
                    <a:pt x="0" y="1596833"/>
                  </a:lnTo>
                  <a:lnTo>
                    <a:pt x="39395" y="1596833"/>
                  </a:lnTo>
                  <a:lnTo>
                    <a:pt x="568152" y="9521"/>
                  </a:lnTo>
                  <a:lnTo>
                    <a:pt x="531933" y="0"/>
                  </a:lnTo>
                  <a:close/>
                </a:path>
              </a:pathLst>
            </a:custGeom>
            <a:solidFill>
              <a:srgbClr val="AF6D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2064556" y="5942634"/>
              <a:ext cx="571500" cy="1606550"/>
            </a:xfrm>
            <a:custGeom>
              <a:avLst/>
              <a:gdLst/>
              <a:ahLst/>
              <a:cxnLst/>
              <a:rect l="l" t="t" r="r" b="b"/>
              <a:pathLst>
                <a:path w="571500" h="1606550">
                  <a:moveTo>
                    <a:pt x="535100" y="0"/>
                  </a:moveTo>
                  <a:lnTo>
                    <a:pt x="0" y="1606345"/>
                  </a:lnTo>
                  <a:lnTo>
                    <a:pt x="39383" y="1606345"/>
                  </a:lnTo>
                  <a:lnTo>
                    <a:pt x="571317" y="9512"/>
                  </a:lnTo>
                  <a:lnTo>
                    <a:pt x="535100" y="0"/>
                  </a:lnTo>
                  <a:close/>
                </a:path>
              </a:pathLst>
            </a:custGeom>
            <a:solidFill>
              <a:srgbClr val="AD6C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2025172" y="5933123"/>
              <a:ext cx="574675" cy="1616075"/>
            </a:xfrm>
            <a:custGeom>
              <a:avLst/>
              <a:gdLst/>
              <a:ahLst/>
              <a:cxnLst/>
              <a:rect l="l" t="t" r="r" b="b"/>
              <a:pathLst>
                <a:path w="574675" h="1616075">
                  <a:moveTo>
                    <a:pt x="538279" y="0"/>
                  </a:moveTo>
                  <a:lnTo>
                    <a:pt x="0" y="1615856"/>
                  </a:lnTo>
                  <a:lnTo>
                    <a:pt x="39383" y="1615856"/>
                  </a:lnTo>
                  <a:lnTo>
                    <a:pt x="574484" y="9511"/>
                  </a:lnTo>
                  <a:lnTo>
                    <a:pt x="538279" y="0"/>
                  </a:lnTo>
                  <a:close/>
                </a:path>
              </a:pathLst>
            </a:custGeom>
            <a:solidFill>
              <a:srgbClr val="AA6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1985799" y="5923616"/>
              <a:ext cx="577850" cy="1625600"/>
            </a:xfrm>
            <a:custGeom>
              <a:avLst/>
              <a:gdLst/>
              <a:ahLst/>
              <a:cxnLst/>
              <a:rect l="l" t="t" r="r" b="b"/>
              <a:pathLst>
                <a:path w="577850" h="1625600">
                  <a:moveTo>
                    <a:pt x="541436" y="0"/>
                  </a:moveTo>
                  <a:lnTo>
                    <a:pt x="0" y="1625363"/>
                  </a:lnTo>
                  <a:lnTo>
                    <a:pt x="39372" y="1625363"/>
                  </a:lnTo>
                  <a:lnTo>
                    <a:pt x="577651" y="9507"/>
                  </a:lnTo>
                  <a:lnTo>
                    <a:pt x="541436" y="0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1946419" y="5914105"/>
              <a:ext cx="581025" cy="1635125"/>
            </a:xfrm>
            <a:custGeom>
              <a:avLst/>
              <a:gdLst/>
              <a:ahLst/>
              <a:cxnLst/>
              <a:rect l="l" t="t" r="r" b="b"/>
              <a:pathLst>
                <a:path w="581025" h="1635125">
                  <a:moveTo>
                    <a:pt x="544600" y="0"/>
                  </a:moveTo>
                  <a:lnTo>
                    <a:pt x="0" y="1634874"/>
                  </a:lnTo>
                  <a:lnTo>
                    <a:pt x="39380" y="1634874"/>
                  </a:lnTo>
                  <a:lnTo>
                    <a:pt x="580816" y="9511"/>
                  </a:lnTo>
                  <a:lnTo>
                    <a:pt x="544600" y="0"/>
                  </a:lnTo>
                  <a:close/>
                </a:path>
              </a:pathLst>
            </a:custGeom>
            <a:solidFill>
              <a:srgbClr val="A56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1867649" y="5895080"/>
              <a:ext cx="623570" cy="1654175"/>
            </a:xfrm>
            <a:custGeom>
              <a:avLst/>
              <a:gdLst/>
              <a:ahLst/>
              <a:cxnLst/>
              <a:rect l="l" t="t" r="r" b="b"/>
              <a:pathLst>
                <a:path w="623569" h="1654175">
                  <a:moveTo>
                    <a:pt x="623366" y="19024"/>
                  </a:moveTo>
                  <a:lnTo>
                    <a:pt x="587146" y="9512"/>
                  </a:lnTo>
                  <a:lnTo>
                    <a:pt x="550938" y="0"/>
                  </a:lnTo>
                  <a:lnTo>
                    <a:pt x="0" y="1653908"/>
                  </a:lnTo>
                  <a:lnTo>
                    <a:pt x="39370" y="1653908"/>
                  </a:lnTo>
                  <a:lnTo>
                    <a:pt x="78765" y="1653908"/>
                  </a:lnTo>
                  <a:lnTo>
                    <a:pt x="623366" y="19024"/>
                  </a:lnTo>
                  <a:close/>
                </a:path>
              </a:pathLst>
            </a:custGeom>
            <a:solidFill>
              <a:srgbClr val="A364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1828266" y="5885560"/>
              <a:ext cx="590550" cy="1663700"/>
            </a:xfrm>
            <a:custGeom>
              <a:avLst/>
              <a:gdLst/>
              <a:ahLst/>
              <a:cxnLst/>
              <a:rect l="l" t="t" r="r" b="b"/>
              <a:pathLst>
                <a:path w="590550" h="1663700">
                  <a:moveTo>
                    <a:pt x="554112" y="0"/>
                  </a:moveTo>
                  <a:lnTo>
                    <a:pt x="0" y="1663419"/>
                  </a:lnTo>
                  <a:lnTo>
                    <a:pt x="39383" y="1663419"/>
                  </a:lnTo>
                  <a:lnTo>
                    <a:pt x="590329" y="9511"/>
                  </a:lnTo>
                  <a:lnTo>
                    <a:pt x="554112" y="0"/>
                  </a:lnTo>
                  <a:close/>
                </a:path>
              </a:pathLst>
            </a:custGeom>
            <a:solidFill>
              <a:srgbClr val="A56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1788882" y="5876049"/>
              <a:ext cx="593725" cy="1673225"/>
            </a:xfrm>
            <a:custGeom>
              <a:avLst/>
              <a:gdLst/>
              <a:ahLst/>
              <a:cxnLst/>
              <a:rect l="l" t="t" r="r" b="b"/>
              <a:pathLst>
                <a:path w="593725" h="1673225">
                  <a:moveTo>
                    <a:pt x="557281" y="0"/>
                  </a:moveTo>
                  <a:lnTo>
                    <a:pt x="0" y="1672930"/>
                  </a:lnTo>
                  <a:lnTo>
                    <a:pt x="39383" y="1672930"/>
                  </a:lnTo>
                  <a:lnTo>
                    <a:pt x="593496" y="9511"/>
                  </a:lnTo>
                  <a:lnTo>
                    <a:pt x="557281" y="0"/>
                  </a:lnTo>
                  <a:close/>
                </a:path>
              </a:pathLst>
            </a:custGeom>
            <a:solidFill>
              <a:srgbClr val="A76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1749498" y="5866538"/>
              <a:ext cx="596900" cy="1682750"/>
            </a:xfrm>
            <a:custGeom>
              <a:avLst/>
              <a:gdLst/>
              <a:ahLst/>
              <a:cxnLst/>
              <a:rect l="l" t="t" r="r" b="b"/>
              <a:pathLst>
                <a:path w="596900" h="1682750">
                  <a:moveTo>
                    <a:pt x="560448" y="0"/>
                  </a:moveTo>
                  <a:lnTo>
                    <a:pt x="0" y="1682441"/>
                  </a:lnTo>
                  <a:lnTo>
                    <a:pt x="39383" y="1682441"/>
                  </a:lnTo>
                  <a:lnTo>
                    <a:pt x="596665" y="9511"/>
                  </a:lnTo>
                  <a:lnTo>
                    <a:pt x="560448" y="0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1670723" y="5847519"/>
              <a:ext cx="639445" cy="1701800"/>
            </a:xfrm>
            <a:custGeom>
              <a:avLst/>
              <a:gdLst/>
              <a:ahLst/>
              <a:cxnLst/>
              <a:rect l="l" t="t" r="r" b="b"/>
              <a:pathLst>
                <a:path w="639444" h="1701800">
                  <a:moveTo>
                    <a:pt x="639216" y="19024"/>
                  </a:moveTo>
                  <a:lnTo>
                    <a:pt x="602996" y="9512"/>
                  </a:lnTo>
                  <a:lnTo>
                    <a:pt x="566788" y="0"/>
                  </a:lnTo>
                  <a:lnTo>
                    <a:pt x="0" y="1701469"/>
                  </a:lnTo>
                  <a:lnTo>
                    <a:pt x="39382" y="1701469"/>
                  </a:lnTo>
                  <a:lnTo>
                    <a:pt x="78765" y="1701469"/>
                  </a:lnTo>
                  <a:lnTo>
                    <a:pt x="639216" y="19024"/>
                  </a:lnTo>
                  <a:close/>
                </a:path>
              </a:pathLst>
            </a:custGeom>
            <a:solidFill>
              <a:srgbClr val="AA6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1631346" y="5837997"/>
              <a:ext cx="606425" cy="1711325"/>
            </a:xfrm>
            <a:custGeom>
              <a:avLst/>
              <a:gdLst/>
              <a:ahLst/>
              <a:cxnLst/>
              <a:rect l="l" t="t" r="r" b="b"/>
              <a:pathLst>
                <a:path w="606425" h="1711325">
                  <a:moveTo>
                    <a:pt x="569959" y="0"/>
                  </a:moveTo>
                  <a:lnTo>
                    <a:pt x="0" y="1710982"/>
                  </a:lnTo>
                  <a:lnTo>
                    <a:pt x="39383" y="1710982"/>
                  </a:lnTo>
                  <a:lnTo>
                    <a:pt x="606176" y="9521"/>
                  </a:lnTo>
                  <a:lnTo>
                    <a:pt x="569959" y="0"/>
                  </a:lnTo>
                  <a:close/>
                </a:path>
              </a:pathLst>
            </a:custGeom>
            <a:solidFill>
              <a:srgbClr val="AC6C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1591962" y="5828485"/>
              <a:ext cx="609600" cy="1720850"/>
            </a:xfrm>
            <a:custGeom>
              <a:avLst/>
              <a:gdLst/>
              <a:ahLst/>
              <a:cxnLst/>
              <a:rect l="l" t="t" r="r" b="b"/>
              <a:pathLst>
                <a:path w="609600" h="1720850">
                  <a:moveTo>
                    <a:pt x="573128" y="0"/>
                  </a:moveTo>
                  <a:lnTo>
                    <a:pt x="0" y="1720494"/>
                  </a:lnTo>
                  <a:lnTo>
                    <a:pt x="39383" y="1720494"/>
                  </a:lnTo>
                  <a:lnTo>
                    <a:pt x="609343" y="9512"/>
                  </a:lnTo>
                  <a:lnTo>
                    <a:pt x="573128" y="0"/>
                  </a:lnTo>
                  <a:close/>
                </a:path>
              </a:pathLst>
            </a:custGeom>
            <a:solidFill>
              <a:srgbClr val="AD6C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1552578" y="5818974"/>
              <a:ext cx="612775" cy="1730375"/>
            </a:xfrm>
            <a:custGeom>
              <a:avLst/>
              <a:gdLst/>
              <a:ahLst/>
              <a:cxnLst/>
              <a:rect l="l" t="t" r="r" b="b"/>
              <a:pathLst>
                <a:path w="612775" h="1730375">
                  <a:moveTo>
                    <a:pt x="576295" y="0"/>
                  </a:moveTo>
                  <a:lnTo>
                    <a:pt x="0" y="1730005"/>
                  </a:lnTo>
                  <a:lnTo>
                    <a:pt x="39383" y="1730005"/>
                  </a:lnTo>
                  <a:lnTo>
                    <a:pt x="612512" y="9511"/>
                  </a:lnTo>
                  <a:lnTo>
                    <a:pt x="576295" y="0"/>
                  </a:lnTo>
                  <a:close/>
                </a:path>
              </a:pathLst>
            </a:custGeom>
            <a:solidFill>
              <a:srgbClr val="AF6D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1513194" y="5809463"/>
              <a:ext cx="615950" cy="1739900"/>
            </a:xfrm>
            <a:custGeom>
              <a:avLst/>
              <a:gdLst/>
              <a:ahLst/>
              <a:cxnLst/>
              <a:rect l="l" t="t" r="r" b="b"/>
              <a:pathLst>
                <a:path w="615950" h="1739900">
                  <a:moveTo>
                    <a:pt x="579474" y="0"/>
                  </a:moveTo>
                  <a:lnTo>
                    <a:pt x="0" y="1739516"/>
                  </a:lnTo>
                  <a:lnTo>
                    <a:pt x="39383" y="1739516"/>
                  </a:lnTo>
                  <a:lnTo>
                    <a:pt x="615679" y="9511"/>
                  </a:lnTo>
                  <a:lnTo>
                    <a:pt x="579474" y="0"/>
                  </a:lnTo>
                  <a:close/>
                </a:path>
              </a:pathLst>
            </a:custGeom>
            <a:solidFill>
              <a:srgbClr val="AF6F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1473810" y="5799952"/>
              <a:ext cx="619125" cy="1749425"/>
            </a:xfrm>
            <a:custGeom>
              <a:avLst/>
              <a:gdLst/>
              <a:ahLst/>
              <a:cxnLst/>
              <a:rect l="l" t="t" r="r" b="b"/>
              <a:pathLst>
                <a:path w="619125" h="1749425">
                  <a:moveTo>
                    <a:pt x="582639" y="0"/>
                  </a:moveTo>
                  <a:lnTo>
                    <a:pt x="0" y="1749027"/>
                  </a:lnTo>
                  <a:lnTo>
                    <a:pt x="39383" y="1749027"/>
                  </a:lnTo>
                  <a:lnTo>
                    <a:pt x="618858" y="9511"/>
                  </a:lnTo>
                  <a:lnTo>
                    <a:pt x="582639" y="0"/>
                  </a:lnTo>
                  <a:close/>
                </a:path>
              </a:pathLst>
            </a:custGeom>
            <a:solidFill>
              <a:srgbClr val="B270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1434430" y="5790429"/>
              <a:ext cx="622300" cy="1758950"/>
            </a:xfrm>
            <a:custGeom>
              <a:avLst/>
              <a:gdLst/>
              <a:ahLst/>
              <a:cxnLst/>
              <a:rect l="l" t="t" r="r" b="b"/>
              <a:pathLst>
                <a:path w="622300" h="1758950">
                  <a:moveTo>
                    <a:pt x="585792" y="0"/>
                  </a:moveTo>
                  <a:lnTo>
                    <a:pt x="0" y="1758549"/>
                  </a:lnTo>
                  <a:lnTo>
                    <a:pt x="39380" y="1758549"/>
                  </a:lnTo>
                  <a:lnTo>
                    <a:pt x="622019" y="9522"/>
                  </a:lnTo>
                  <a:lnTo>
                    <a:pt x="585792" y="0"/>
                  </a:lnTo>
                  <a:close/>
                </a:path>
              </a:pathLst>
            </a:custGeom>
            <a:solidFill>
              <a:srgbClr val="B27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1395046" y="5780922"/>
              <a:ext cx="625475" cy="1768475"/>
            </a:xfrm>
            <a:custGeom>
              <a:avLst/>
              <a:gdLst/>
              <a:ahLst/>
              <a:cxnLst/>
              <a:rect l="l" t="t" r="r" b="b"/>
              <a:pathLst>
                <a:path w="625475" h="1768475">
                  <a:moveTo>
                    <a:pt x="588971" y="0"/>
                  </a:moveTo>
                  <a:lnTo>
                    <a:pt x="0" y="1768057"/>
                  </a:lnTo>
                  <a:lnTo>
                    <a:pt x="39383" y="1768057"/>
                  </a:lnTo>
                  <a:lnTo>
                    <a:pt x="625176" y="9507"/>
                  </a:lnTo>
                  <a:lnTo>
                    <a:pt x="588971" y="0"/>
                  </a:lnTo>
                  <a:close/>
                </a:path>
              </a:pathLst>
            </a:custGeom>
            <a:solidFill>
              <a:srgbClr val="B472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1355662" y="5771411"/>
              <a:ext cx="628650" cy="1778000"/>
            </a:xfrm>
            <a:custGeom>
              <a:avLst/>
              <a:gdLst/>
              <a:ahLst/>
              <a:cxnLst/>
              <a:rect l="l" t="t" r="r" b="b"/>
              <a:pathLst>
                <a:path w="628650" h="1778000">
                  <a:moveTo>
                    <a:pt x="592138" y="0"/>
                  </a:moveTo>
                  <a:lnTo>
                    <a:pt x="0" y="1777568"/>
                  </a:lnTo>
                  <a:lnTo>
                    <a:pt x="39383" y="1777568"/>
                  </a:lnTo>
                  <a:lnTo>
                    <a:pt x="628355" y="9511"/>
                  </a:lnTo>
                  <a:lnTo>
                    <a:pt x="592138" y="0"/>
                  </a:lnTo>
                  <a:close/>
                </a:path>
              </a:pathLst>
            </a:custGeom>
            <a:solidFill>
              <a:srgbClr val="B67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1316290" y="5761900"/>
              <a:ext cx="631825" cy="1787525"/>
            </a:xfrm>
            <a:custGeom>
              <a:avLst/>
              <a:gdLst/>
              <a:ahLst/>
              <a:cxnLst/>
              <a:rect l="l" t="t" r="r" b="b"/>
              <a:pathLst>
                <a:path w="631825" h="1787525">
                  <a:moveTo>
                    <a:pt x="595306" y="0"/>
                  </a:moveTo>
                  <a:lnTo>
                    <a:pt x="0" y="1787079"/>
                  </a:lnTo>
                  <a:lnTo>
                    <a:pt x="39372" y="1787079"/>
                  </a:lnTo>
                  <a:lnTo>
                    <a:pt x="631511" y="9511"/>
                  </a:lnTo>
                  <a:lnTo>
                    <a:pt x="595306" y="0"/>
                  </a:lnTo>
                  <a:close/>
                </a:path>
              </a:pathLst>
            </a:custGeom>
            <a:solidFill>
              <a:srgbClr val="B775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1276894" y="5752389"/>
              <a:ext cx="635000" cy="1797050"/>
            </a:xfrm>
            <a:custGeom>
              <a:avLst/>
              <a:gdLst/>
              <a:ahLst/>
              <a:cxnLst/>
              <a:rect l="l" t="t" r="r" b="b"/>
              <a:pathLst>
                <a:path w="635000" h="1797050">
                  <a:moveTo>
                    <a:pt x="598470" y="0"/>
                  </a:moveTo>
                  <a:lnTo>
                    <a:pt x="0" y="1796590"/>
                  </a:lnTo>
                  <a:lnTo>
                    <a:pt x="39395" y="1796590"/>
                  </a:lnTo>
                  <a:lnTo>
                    <a:pt x="634701" y="9511"/>
                  </a:lnTo>
                  <a:lnTo>
                    <a:pt x="598470" y="0"/>
                  </a:lnTo>
                  <a:close/>
                </a:path>
              </a:pathLst>
            </a:custGeom>
            <a:solidFill>
              <a:srgbClr val="B775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1237510" y="5742878"/>
              <a:ext cx="638175" cy="1806575"/>
            </a:xfrm>
            <a:custGeom>
              <a:avLst/>
              <a:gdLst/>
              <a:ahLst/>
              <a:cxnLst/>
              <a:rect l="l" t="t" r="r" b="b"/>
              <a:pathLst>
                <a:path w="638175" h="1806575">
                  <a:moveTo>
                    <a:pt x="601649" y="0"/>
                  </a:moveTo>
                  <a:lnTo>
                    <a:pt x="0" y="1806101"/>
                  </a:lnTo>
                  <a:lnTo>
                    <a:pt x="39383" y="1806101"/>
                  </a:lnTo>
                  <a:lnTo>
                    <a:pt x="637854" y="9511"/>
                  </a:lnTo>
                  <a:lnTo>
                    <a:pt x="601649" y="0"/>
                  </a:lnTo>
                  <a:close/>
                </a:path>
              </a:pathLst>
            </a:custGeom>
            <a:solidFill>
              <a:srgbClr val="B97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1198126" y="5733356"/>
              <a:ext cx="641350" cy="1816100"/>
            </a:xfrm>
            <a:custGeom>
              <a:avLst/>
              <a:gdLst/>
              <a:ahLst/>
              <a:cxnLst/>
              <a:rect l="l" t="t" r="r" b="b"/>
              <a:pathLst>
                <a:path w="641350" h="1816100">
                  <a:moveTo>
                    <a:pt x="604818" y="0"/>
                  </a:moveTo>
                  <a:lnTo>
                    <a:pt x="0" y="1815623"/>
                  </a:lnTo>
                  <a:lnTo>
                    <a:pt x="39383" y="1815623"/>
                  </a:lnTo>
                  <a:lnTo>
                    <a:pt x="641033" y="9522"/>
                  </a:lnTo>
                  <a:lnTo>
                    <a:pt x="604818" y="0"/>
                  </a:lnTo>
                  <a:close/>
                </a:path>
              </a:pathLst>
            </a:custGeom>
            <a:solidFill>
              <a:srgbClr val="BB7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1158753" y="5723845"/>
              <a:ext cx="644525" cy="1825625"/>
            </a:xfrm>
            <a:custGeom>
              <a:avLst/>
              <a:gdLst/>
              <a:ahLst/>
              <a:cxnLst/>
              <a:rect l="l" t="t" r="r" b="b"/>
              <a:pathLst>
                <a:path w="644525" h="1825625">
                  <a:moveTo>
                    <a:pt x="607987" y="0"/>
                  </a:moveTo>
                  <a:lnTo>
                    <a:pt x="0" y="1825134"/>
                  </a:lnTo>
                  <a:lnTo>
                    <a:pt x="39373" y="1825134"/>
                  </a:lnTo>
                  <a:lnTo>
                    <a:pt x="644192" y="9511"/>
                  </a:lnTo>
                  <a:lnTo>
                    <a:pt x="607987" y="0"/>
                  </a:lnTo>
                  <a:close/>
                </a:path>
              </a:pathLst>
            </a:custGeom>
            <a:solidFill>
              <a:srgbClr val="BB7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1119358" y="5714338"/>
              <a:ext cx="647700" cy="1835150"/>
            </a:xfrm>
            <a:custGeom>
              <a:avLst/>
              <a:gdLst/>
              <a:ahLst/>
              <a:cxnLst/>
              <a:rect l="l" t="t" r="r" b="b"/>
              <a:pathLst>
                <a:path w="647700" h="1835150">
                  <a:moveTo>
                    <a:pt x="611150" y="0"/>
                  </a:moveTo>
                  <a:lnTo>
                    <a:pt x="0" y="1834641"/>
                  </a:lnTo>
                  <a:lnTo>
                    <a:pt x="39394" y="1834641"/>
                  </a:lnTo>
                  <a:lnTo>
                    <a:pt x="647381" y="9507"/>
                  </a:lnTo>
                  <a:lnTo>
                    <a:pt x="611150" y="0"/>
                  </a:lnTo>
                  <a:close/>
                </a:path>
              </a:pathLst>
            </a:custGeom>
            <a:solidFill>
              <a:srgbClr val="BE7B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1040587" y="5695322"/>
              <a:ext cx="690245" cy="1854200"/>
            </a:xfrm>
            <a:custGeom>
              <a:avLst/>
              <a:gdLst/>
              <a:ahLst/>
              <a:cxnLst/>
              <a:rect l="l" t="t" r="r" b="b"/>
              <a:pathLst>
                <a:path w="690244" h="1854200">
                  <a:moveTo>
                    <a:pt x="689914" y="19024"/>
                  </a:moveTo>
                  <a:lnTo>
                    <a:pt x="653707" y="9512"/>
                  </a:lnTo>
                  <a:lnTo>
                    <a:pt x="617499" y="0"/>
                  </a:lnTo>
                  <a:lnTo>
                    <a:pt x="0" y="1853666"/>
                  </a:lnTo>
                  <a:lnTo>
                    <a:pt x="39382" y="1853666"/>
                  </a:lnTo>
                  <a:lnTo>
                    <a:pt x="78765" y="1853666"/>
                  </a:lnTo>
                  <a:lnTo>
                    <a:pt x="689914" y="19024"/>
                  </a:lnTo>
                  <a:close/>
                </a:path>
              </a:pathLst>
            </a:custGeom>
            <a:solidFill>
              <a:srgbClr val="C07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1001220" y="5685803"/>
              <a:ext cx="657225" cy="1863725"/>
            </a:xfrm>
            <a:custGeom>
              <a:avLst/>
              <a:gdLst/>
              <a:ahLst/>
              <a:cxnLst/>
              <a:rect l="l" t="t" r="r" b="b"/>
              <a:pathLst>
                <a:path w="657225" h="1863725">
                  <a:moveTo>
                    <a:pt x="620651" y="0"/>
                  </a:moveTo>
                  <a:lnTo>
                    <a:pt x="0" y="1863176"/>
                  </a:lnTo>
                  <a:lnTo>
                    <a:pt x="39370" y="1863176"/>
                  </a:lnTo>
                  <a:lnTo>
                    <a:pt x="656866" y="9511"/>
                  </a:lnTo>
                  <a:lnTo>
                    <a:pt x="620651" y="0"/>
                  </a:lnTo>
                  <a:close/>
                </a:path>
              </a:pathLst>
            </a:custGeom>
            <a:solidFill>
              <a:srgbClr val="C27E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961826" y="5676281"/>
              <a:ext cx="660400" cy="1873250"/>
            </a:xfrm>
            <a:custGeom>
              <a:avLst/>
              <a:gdLst/>
              <a:ahLst/>
              <a:cxnLst/>
              <a:rect l="l" t="t" r="r" b="b"/>
              <a:pathLst>
                <a:path w="660400" h="1873250">
                  <a:moveTo>
                    <a:pt x="623829" y="0"/>
                  </a:moveTo>
                  <a:lnTo>
                    <a:pt x="0" y="1872698"/>
                  </a:lnTo>
                  <a:lnTo>
                    <a:pt x="39394" y="1872698"/>
                  </a:lnTo>
                  <a:lnTo>
                    <a:pt x="660045" y="9522"/>
                  </a:lnTo>
                  <a:lnTo>
                    <a:pt x="623829" y="0"/>
                  </a:lnTo>
                  <a:close/>
                </a:path>
              </a:pathLst>
            </a:custGeom>
            <a:solidFill>
              <a:srgbClr val="C37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922442" y="5666769"/>
              <a:ext cx="663575" cy="1882775"/>
            </a:xfrm>
            <a:custGeom>
              <a:avLst/>
              <a:gdLst/>
              <a:ahLst/>
              <a:cxnLst/>
              <a:rect l="l" t="t" r="r" b="b"/>
              <a:pathLst>
                <a:path w="663575" h="1882775">
                  <a:moveTo>
                    <a:pt x="626993" y="0"/>
                  </a:moveTo>
                  <a:lnTo>
                    <a:pt x="0" y="1882209"/>
                  </a:lnTo>
                  <a:lnTo>
                    <a:pt x="39383" y="1882209"/>
                  </a:lnTo>
                  <a:lnTo>
                    <a:pt x="663213" y="9511"/>
                  </a:lnTo>
                  <a:lnTo>
                    <a:pt x="626993" y="0"/>
                  </a:lnTo>
                  <a:close/>
                </a:path>
              </a:pathLst>
            </a:custGeom>
            <a:solidFill>
              <a:srgbClr val="C38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843673" y="5647760"/>
              <a:ext cx="706120" cy="1901825"/>
            </a:xfrm>
            <a:custGeom>
              <a:avLst/>
              <a:gdLst/>
              <a:ahLst/>
              <a:cxnLst/>
              <a:rect l="l" t="t" r="r" b="b"/>
              <a:pathLst>
                <a:path w="706119" h="1901825">
                  <a:moveTo>
                    <a:pt x="705751" y="19011"/>
                  </a:moveTo>
                  <a:lnTo>
                    <a:pt x="669556" y="9499"/>
                  </a:lnTo>
                  <a:lnTo>
                    <a:pt x="633336" y="0"/>
                  </a:lnTo>
                  <a:lnTo>
                    <a:pt x="0" y="1901228"/>
                  </a:lnTo>
                  <a:lnTo>
                    <a:pt x="39395" y="1901228"/>
                  </a:lnTo>
                  <a:lnTo>
                    <a:pt x="78765" y="1901228"/>
                  </a:lnTo>
                  <a:lnTo>
                    <a:pt x="705751" y="19011"/>
                  </a:lnTo>
                  <a:close/>
                </a:path>
              </a:pathLst>
            </a:custGeom>
            <a:solidFill>
              <a:srgbClr val="C58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804290" y="5638240"/>
              <a:ext cx="673100" cy="1911350"/>
            </a:xfrm>
            <a:custGeom>
              <a:avLst/>
              <a:gdLst/>
              <a:ahLst/>
              <a:cxnLst/>
              <a:rect l="l" t="t" r="r" b="b"/>
              <a:pathLst>
                <a:path w="673100" h="1911350">
                  <a:moveTo>
                    <a:pt x="636508" y="0"/>
                  </a:moveTo>
                  <a:lnTo>
                    <a:pt x="0" y="1910739"/>
                  </a:lnTo>
                  <a:lnTo>
                    <a:pt x="39394" y="1910739"/>
                  </a:lnTo>
                  <a:lnTo>
                    <a:pt x="672724" y="9511"/>
                  </a:lnTo>
                  <a:lnTo>
                    <a:pt x="636508" y="0"/>
                  </a:lnTo>
                  <a:close/>
                </a:path>
              </a:pathLst>
            </a:custGeom>
            <a:solidFill>
              <a:srgbClr val="C783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764907" y="5628718"/>
              <a:ext cx="676275" cy="1920875"/>
            </a:xfrm>
            <a:custGeom>
              <a:avLst/>
              <a:gdLst/>
              <a:ahLst/>
              <a:cxnLst/>
              <a:rect l="l" t="t" r="r" b="b"/>
              <a:pathLst>
                <a:path w="676275" h="1920875">
                  <a:moveTo>
                    <a:pt x="639672" y="0"/>
                  </a:moveTo>
                  <a:lnTo>
                    <a:pt x="0" y="1920261"/>
                  </a:lnTo>
                  <a:lnTo>
                    <a:pt x="39383" y="1920261"/>
                  </a:lnTo>
                  <a:lnTo>
                    <a:pt x="675892" y="9522"/>
                  </a:lnTo>
                  <a:lnTo>
                    <a:pt x="639672" y="0"/>
                  </a:lnTo>
                  <a:close/>
                </a:path>
              </a:pathLst>
            </a:custGeom>
            <a:solidFill>
              <a:srgbClr val="C985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686142" y="5609698"/>
              <a:ext cx="718820" cy="1939289"/>
            </a:xfrm>
            <a:custGeom>
              <a:avLst/>
              <a:gdLst/>
              <a:ahLst/>
              <a:cxnLst/>
              <a:rect l="l" t="t" r="r" b="b"/>
              <a:pathLst>
                <a:path w="718819" h="1939290">
                  <a:moveTo>
                    <a:pt x="718426" y="19024"/>
                  </a:moveTo>
                  <a:lnTo>
                    <a:pt x="682231" y="9512"/>
                  </a:lnTo>
                  <a:lnTo>
                    <a:pt x="646010" y="0"/>
                  </a:lnTo>
                  <a:lnTo>
                    <a:pt x="0" y="1939290"/>
                  </a:lnTo>
                  <a:lnTo>
                    <a:pt x="39382" y="1939290"/>
                  </a:lnTo>
                  <a:lnTo>
                    <a:pt x="78752" y="1939290"/>
                  </a:lnTo>
                  <a:lnTo>
                    <a:pt x="718426" y="19024"/>
                  </a:lnTo>
                  <a:close/>
                </a:path>
              </a:pathLst>
            </a:custGeom>
            <a:solidFill>
              <a:srgbClr val="CD8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646753" y="5600185"/>
              <a:ext cx="685800" cy="1948814"/>
            </a:xfrm>
            <a:custGeom>
              <a:avLst/>
              <a:gdLst/>
              <a:ahLst/>
              <a:cxnLst/>
              <a:rect l="l" t="t" r="r" b="b"/>
              <a:pathLst>
                <a:path w="685800" h="1948815">
                  <a:moveTo>
                    <a:pt x="649188" y="0"/>
                  </a:moveTo>
                  <a:lnTo>
                    <a:pt x="0" y="1948794"/>
                  </a:lnTo>
                  <a:lnTo>
                    <a:pt x="39395" y="1948794"/>
                  </a:lnTo>
                  <a:lnTo>
                    <a:pt x="685405" y="9511"/>
                  </a:lnTo>
                  <a:lnTo>
                    <a:pt x="649188" y="0"/>
                  </a:lnTo>
                  <a:close/>
                </a:path>
              </a:pathLst>
            </a:custGeom>
            <a:solidFill>
              <a:srgbClr val="CD88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607369" y="5590676"/>
              <a:ext cx="688975" cy="1958339"/>
            </a:xfrm>
            <a:custGeom>
              <a:avLst/>
              <a:gdLst/>
              <a:ahLst/>
              <a:cxnLst/>
              <a:rect l="l" t="t" r="r" b="b"/>
              <a:pathLst>
                <a:path w="688975" h="1958340">
                  <a:moveTo>
                    <a:pt x="652357" y="0"/>
                  </a:moveTo>
                  <a:lnTo>
                    <a:pt x="0" y="1958303"/>
                  </a:lnTo>
                  <a:lnTo>
                    <a:pt x="39383" y="1958303"/>
                  </a:lnTo>
                  <a:lnTo>
                    <a:pt x="688572" y="9508"/>
                  </a:lnTo>
                  <a:lnTo>
                    <a:pt x="652357" y="0"/>
                  </a:lnTo>
                  <a:close/>
                </a:path>
              </a:pathLst>
            </a:custGeom>
            <a:solidFill>
              <a:srgbClr val="CF89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568001" y="5581165"/>
              <a:ext cx="692150" cy="1967864"/>
            </a:xfrm>
            <a:custGeom>
              <a:avLst/>
              <a:gdLst/>
              <a:ahLst/>
              <a:cxnLst/>
              <a:rect l="l" t="t" r="r" b="b"/>
              <a:pathLst>
                <a:path w="692150" h="1967865">
                  <a:moveTo>
                    <a:pt x="655505" y="0"/>
                  </a:moveTo>
                  <a:lnTo>
                    <a:pt x="0" y="1967814"/>
                  </a:lnTo>
                  <a:lnTo>
                    <a:pt x="39368" y="1967814"/>
                  </a:lnTo>
                  <a:lnTo>
                    <a:pt x="691725" y="9511"/>
                  </a:lnTo>
                  <a:lnTo>
                    <a:pt x="655505" y="0"/>
                  </a:lnTo>
                  <a:close/>
                </a:path>
              </a:pathLst>
            </a:custGeom>
            <a:solidFill>
              <a:srgbClr val="CF8A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489216" y="5562137"/>
              <a:ext cx="734695" cy="1986914"/>
            </a:xfrm>
            <a:custGeom>
              <a:avLst/>
              <a:gdLst/>
              <a:ahLst/>
              <a:cxnLst/>
              <a:rect l="l" t="t" r="r" b="b"/>
              <a:pathLst>
                <a:path w="734694" h="1986915">
                  <a:moveTo>
                    <a:pt x="734288" y="19037"/>
                  </a:moveTo>
                  <a:lnTo>
                    <a:pt x="698080" y="9525"/>
                  </a:lnTo>
                  <a:lnTo>
                    <a:pt x="661847" y="0"/>
                  </a:lnTo>
                  <a:lnTo>
                    <a:pt x="0" y="1986851"/>
                  </a:lnTo>
                  <a:lnTo>
                    <a:pt x="39395" y="1986851"/>
                  </a:lnTo>
                  <a:lnTo>
                    <a:pt x="78778" y="1986851"/>
                  </a:lnTo>
                  <a:lnTo>
                    <a:pt x="734288" y="19037"/>
                  </a:lnTo>
                  <a:close/>
                </a:path>
              </a:pathLst>
            </a:custGeom>
            <a:solidFill>
              <a:srgbClr val="D38C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449849" y="5552621"/>
              <a:ext cx="701675" cy="1996439"/>
            </a:xfrm>
            <a:custGeom>
              <a:avLst/>
              <a:gdLst/>
              <a:ahLst/>
              <a:cxnLst/>
              <a:rect l="l" t="t" r="r" b="b"/>
              <a:pathLst>
                <a:path w="701675" h="1996440">
                  <a:moveTo>
                    <a:pt x="665020" y="0"/>
                  </a:moveTo>
                  <a:lnTo>
                    <a:pt x="0" y="1996358"/>
                  </a:lnTo>
                  <a:lnTo>
                    <a:pt x="39372" y="1996358"/>
                  </a:lnTo>
                  <a:lnTo>
                    <a:pt x="701225" y="9512"/>
                  </a:lnTo>
                  <a:lnTo>
                    <a:pt x="665020" y="0"/>
                  </a:lnTo>
                  <a:close/>
                </a:path>
              </a:pathLst>
            </a:custGeom>
            <a:solidFill>
              <a:srgbClr val="D5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410465" y="5543110"/>
              <a:ext cx="704850" cy="2005964"/>
            </a:xfrm>
            <a:custGeom>
              <a:avLst/>
              <a:gdLst/>
              <a:ahLst/>
              <a:cxnLst/>
              <a:rect l="l" t="t" r="r" b="b"/>
              <a:pathLst>
                <a:path w="704850" h="2005965">
                  <a:moveTo>
                    <a:pt x="668188" y="0"/>
                  </a:moveTo>
                  <a:lnTo>
                    <a:pt x="0" y="2005869"/>
                  </a:lnTo>
                  <a:lnTo>
                    <a:pt x="39383" y="2005869"/>
                  </a:lnTo>
                  <a:lnTo>
                    <a:pt x="704404" y="9511"/>
                  </a:lnTo>
                  <a:lnTo>
                    <a:pt x="668188" y="0"/>
                  </a:lnTo>
                  <a:close/>
                </a:path>
              </a:pathLst>
            </a:custGeom>
            <a:solidFill>
              <a:srgbClr val="D59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371081" y="5533599"/>
              <a:ext cx="708025" cy="2015489"/>
            </a:xfrm>
            <a:custGeom>
              <a:avLst/>
              <a:gdLst/>
              <a:ahLst/>
              <a:cxnLst/>
              <a:rect l="l" t="t" r="r" b="b"/>
              <a:pathLst>
                <a:path w="708025" h="2015490">
                  <a:moveTo>
                    <a:pt x="671352" y="0"/>
                  </a:moveTo>
                  <a:lnTo>
                    <a:pt x="0" y="2015380"/>
                  </a:lnTo>
                  <a:lnTo>
                    <a:pt x="39383" y="2015380"/>
                  </a:lnTo>
                  <a:lnTo>
                    <a:pt x="707572" y="9511"/>
                  </a:lnTo>
                  <a:lnTo>
                    <a:pt x="671352" y="0"/>
                  </a:lnTo>
                  <a:close/>
                </a:path>
              </a:pathLst>
            </a:custGeom>
            <a:solidFill>
              <a:srgbClr val="D892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331685" y="5524091"/>
              <a:ext cx="711200" cy="2025014"/>
            </a:xfrm>
            <a:custGeom>
              <a:avLst/>
              <a:gdLst/>
              <a:ahLst/>
              <a:cxnLst/>
              <a:rect l="l" t="t" r="r" b="b"/>
              <a:pathLst>
                <a:path w="711200" h="2025015">
                  <a:moveTo>
                    <a:pt x="674532" y="0"/>
                  </a:moveTo>
                  <a:lnTo>
                    <a:pt x="0" y="2024888"/>
                  </a:lnTo>
                  <a:lnTo>
                    <a:pt x="39395" y="2024888"/>
                  </a:lnTo>
                  <a:lnTo>
                    <a:pt x="710747" y="9507"/>
                  </a:lnTo>
                  <a:lnTo>
                    <a:pt x="674532" y="0"/>
                  </a:lnTo>
                  <a:close/>
                </a:path>
              </a:pathLst>
            </a:custGeom>
            <a:solidFill>
              <a:srgbClr val="DA9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252920" y="5505063"/>
              <a:ext cx="753745" cy="2044064"/>
            </a:xfrm>
            <a:custGeom>
              <a:avLst/>
              <a:gdLst/>
              <a:ahLst/>
              <a:cxnLst/>
              <a:rect l="l" t="t" r="r" b="b"/>
              <a:pathLst>
                <a:path w="753744" h="2044065">
                  <a:moveTo>
                    <a:pt x="753287" y="19037"/>
                  </a:moveTo>
                  <a:lnTo>
                    <a:pt x="717092" y="9512"/>
                  </a:lnTo>
                  <a:lnTo>
                    <a:pt x="680872" y="0"/>
                  </a:lnTo>
                  <a:lnTo>
                    <a:pt x="0" y="2043925"/>
                  </a:lnTo>
                  <a:lnTo>
                    <a:pt x="39382" y="2043925"/>
                  </a:lnTo>
                  <a:lnTo>
                    <a:pt x="78765" y="2043925"/>
                  </a:lnTo>
                  <a:lnTo>
                    <a:pt x="753287" y="19037"/>
                  </a:lnTo>
                  <a:close/>
                </a:path>
              </a:pathLst>
            </a:custGeom>
            <a:solidFill>
              <a:srgbClr val="DC95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213545" y="5495547"/>
              <a:ext cx="720725" cy="2053589"/>
            </a:xfrm>
            <a:custGeom>
              <a:avLst/>
              <a:gdLst/>
              <a:ahLst/>
              <a:cxnLst/>
              <a:rect l="l" t="t" r="r" b="b"/>
              <a:pathLst>
                <a:path w="720725" h="2053590">
                  <a:moveTo>
                    <a:pt x="684046" y="0"/>
                  </a:moveTo>
                  <a:lnTo>
                    <a:pt x="0" y="2053432"/>
                  </a:lnTo>
                  <a:lnTo>
                    <a:pt x="39383" y="2053432"/>
                  </a:lnTo>
                  <a:lnTo>
                    <a:pt x="720251" y="9511"/>
                  </a:lnTo>
                  <a:lnTo>
                    <a:pt x="684046" y="0"/>
                  </a:lnTo>
                  <a:close/>
                </a:path>
              </a:pathLst>
            </a:custGeom>
            <a:solidFill>
              <a:srgbClr val="DD96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174160" y="5486036"/>
              <a:ext cx="723900" cy="2063114"/>
            </a:xfrm>
            <a:custGeom>
              <a:avLst/>
              <a:gdLst/>
              <a:ahLst/>
              <a:cxnLst/>
              <a:rect l="l" t="t" r="r" b="b"/>
              <a:pathLst>
                <a:path w="723900" h="2063115">
                  <a:moveTo>
                    <a:pt x="687200" y="0"/>
                  </a:moveTo>
                  <a:lnTo>
                    <a:pt x="0" y="2062943"/>
                  </a:lnTo>
                  <a:lnTo>
                    <a:pt x="39385" y="2062943"/>
                  </a:lnTo>
                  <a:lnTo>
                    <a:pt x="723431" y="9511"/>
                  </a:lnTo>
                  <a:lnTo>
                    <a:pt x="687200" y="0"/>
                  </a:lnTo>
                  <a:close/>
                </a:path>
              </a:pathLst>
            </a:custGeom>
            <a:solidFill>
              <a:srgbClr val="DF97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134780" y="5476525"/>
              <a:ext cx="727075" cy="2072639"/>
            </a:xfrm>
            <a:custGeom>
              <a:avLst/>
              <a:gdLst/>
              <a:ahLst/>
              <a:cxnLst/>
              <a:rect l="l" t="t" r="r" b="b"/>
              <a:pathLst>
                <a:path w="727075" h="2072640">
                  <a:moveTo>
                    <a:pt x="690365" y="0"/>
                  </a:moveTo>
                  <a:lnTo>
                    <a:pt x="0" y="2072454"/>
                  </a:lnTo>
                  <a:lnTo>
                    <a:pt x="39380" y="2072454"/>
                  </a:lnTo>
                  <a:lnTo>
                    <a:pt x="726580" y="9511"/>
                  </a:lnTo>
                  <a:lnTo>
                    <a:pt x="690365" y="0"/>
                  </a:lnTo>
                  <a:close/>
                </a:path>
              </a:pathLst>
            </a:custGeom>
            <a:solidFill>
              <a:srgbClr val="DF97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95396" y="5467014"/>
              <a:ext cx="730250" cy="2082164"/>
            </a:xfrm>
            <a:custGeom>
              <a:avLst/>
              <a:gdLst/>
              <a:ahLst/>
              <a:cxnLst/>
              <a:rect l="l" t="t" r="r" b="b"/>
              <a:pathLst>
                <a:path w="730250" h="2082165">
                  <a:moveTo>
                    <a:pt x="693544" y="0"/>
                  </a:moveTo>
                  <a:lnTo>
                    <a:pt x="0" y="2081965"/>
                  </a:lnTo>
                  <a:lnTo>
                    <a:pt x="39383" y="2081965"/>
                  </a:lnTo>
                  <a:lnTo>
                    <a:pt x="729749" y="9511"/>
                  </a:lnTo>
                  <a:lnTo>
                    <a:pt x="693544" y="0"/>
                  </a:lnTo>
                  <a:close/>
                </a:path>
              </a:pathLst>
            </a:custGeom>
            <a:solidFill>
              <a:srgbClr val="E199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56023" y="5457506"/>
              <a:ext cx="733425" cy="2091689"/>
            </a:xfrm>
            <a:custGeom>
              <a:avLst/>
              <a:gdLst/>
              <a:ahLst/>
              <a:cxnLst/>
              <a:rect l="l" t="t" r="r" b="b"/>
              <a:pathLst>
                <a:path w="733425" h="2091690">
                  <a:moveTo>
                    <a:pt x="696700" y="0"/>
                  </a:moveTo>
                  <a:lnTo>
                    <a:pt x="0" y="2091474"/>
                  </a:lnTo>
                  <a:lnTo>
                    <a:pt x="39372" y="2091474"/>
                  </a:lnTo>
                  <a:lnTo>
                    <a:pt x="732917" y="9508"/>
                  </a:lnTo>
                  <a:lnTo>
                    <a:pt x="696700" y="0"/>
                  </a:lnTo>
                  <a:close/>
                </a:path>
              </a:pathLst>
            </a:custGeom>
            <a:solidFill>
              <a:srgbClr val="E39B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16628" y="5447984"/>
              <a:ext cx="736600" cy="2101215"/>
            </a:xfrm>
            <a:custGeom>
              <a:avLst/>
              <a:gdLst/>
              <a:ahLst/>
              <a:cxnLst/>
              <a:rect l="l" t="t" r="r" b="b"/>
              <a:pathLst>
                <a:path w="736600" h="2101215">
                  <a:moveTo>
                    <a:pt x="699880" y="0"/>
                  </a:moveTo>
                  <a:lnTo>
                    <a:pt x="0" y="2100995"/>
                  </a:lnTo>
                  <a:lnTo>
                    <a:pt x="39395" y="2100995"/>
                  </a:lnTo>
                  <a:lnTo>
                    <a:pt x="736095" y="9521"/>
                  </a:lnTo>
                  <a:lnTo>
                    <a:pt x="699880" y="0"/>
                  </a:lnTo>
                  <a:close/>
                </a:path>
              </a:pathLst>
            </a:custGeom>
            <a:solidFill>
              <a:srgbClr val="E59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13755" y="5438472"/>
              <a:ext cx="702945" cy="2110740"/>
            </a:xfrm>
            <a:custGeom>
              <a:avLst/>
              <a:gdLst/>
              <a:ahLst/>
              <a:cxnLst/>
              <a:rect l="l" t="t" r="r" b="b"/>
              <a:pathLst>
                <a:path w="702945" h="2110740">
                  <a:moveTo>
                    <a:pt x="666532" y="0"/>
                  </a:moveTo>
                  <a:lnTo>
                    <a:pt x="0" y="2000898"/>
                  </a:lnTo>
                  <a:lnTo>
                    <a:pt x="0" y="2110507"/>
                  </a:lnTo>
                  <a:lnTo>
                    <a:pt x="2872" y="2110507"/>
                  </a:lnTo>
                  <a:lnTo>
                    <a:pt x="702753" y="9512"/>
                  </a:lnTo>
                  <a:lnTo>
                    <a:pt x="666532" y="0"/>
                  </a:lnTo>
                  <a:close/>
                </a:path>
              </a:pathLst>
            </a:custGeom>
            <a:solidFill>
              <a:srgbClr val="E59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13754" y="5419452"/>
              <a:ext cx="666750" cy="2019935"/>
            </a:xfrm>
            <a:custGeom>
              <a:avLst/>
              <a:gdLst/>
              <a:ahLst/>
              <a:cxnLst/>
              <a:rect l="l" t="t" r="r" b="b"/>
              <a:pathLst>
                <a:path w="666750" h="2019934">
                  <a:moveTo>
                    <a:pt x="666534" y="19024"/>
                  </a:moveTo>
                  <a:lnTo>
                    <a:pt x="630313" y="9512"/>
                  </a:lnTo>
                  <a:lnTo>
                    <a:pt x="594106" y="0"/>
                  </a:lnTo>
                  <a:lnTo>
                    <a:pt x="0" y="1783499"/>
                  </a:lnTo>
                  <a:lnTo>
                    <a:pt x="0" y="1901698"/>
                  </a:lnTo>
                  <a:lnTo>
                    <a:pt x="0" y="2019922"/>
                  </a:lnTo>
                  <a:lnTo>
                    <a:pt x="666534" y="19024"/>
                  </a:lnTo>
                  <a:close/>
                </a:path>
              </a:pathLst>
            </a:custGeom>
            <a:solidFill>
              <a:srgbClr val="E79E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13755" y="5409929"/>
              <a:ext cx="594360" cy="1793239"/>
            </a:xfrm>
            <a:custGeom>
              <a:avLst/>
              <a:gdLst/>
              <a:ahLst/>
              <a:cxnLst/>
              <a:rect l="l" t="t" r="r" b="b"/>
              <a:pathLst>
                <a:path w="594360" h="1793240">
                  <a:moveTo>
                    <a:pt x="557885" y="0"/>
                  </a:moveTo>
                  <a:lnTo>
                    <a:pt x="0" y="1674751"/>
                  </a:lnTo>
                  <a:lnTo>
                    <a:pt x="0" y="1793011"/>
                  </a:lnTo>
                  <a:lnTo>
                    <a:pt x="594112" y="9521"/>
                  </a:lnTo>
                  <a:lnTo>
                    <a:pt x="557885" y="0"/>
                  </a:lnTo>
                  <a:close/>
                </a:path>
              </a:pathLst>
            </a:custGeom>
            <a:solidFill>
              <a:srgbClr val="E9A1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13755" y="5400416"/>
              <a:ext cx="558165" cy="1684655"/>
            </a:xfrm>
            <a:custGeom>
              <a:avLst/>
              <a:gdLst/>
              <a:ahLst/>
              <a:cxnLst/>
              <a:rect l="l" t="t" r="r" b="b"/>
              <a:pathLst>
                <a:path w="558165" h="1684654">
                  <a:moveTo>
                    <a:pt x="521680" y="0"/>
                  </a:moveTo>
                  <a:lnTo>
                    <a:pt x="0" y="1566050"/>
                  </a:lnTo>
                  <a:lnTo>
                    <a:pt x="0" y="1684263"/>
                  </a:lnTo>
                  <a:lnTo>
                    <a:pt x="557885" y="9512"/>
                  </a:lnTo>
                  <a:lnTo>
                    <a:pt x="521680" y="0"/>
                  </a:lnTo>
                  <a:close/>
                </a:path>
              </a:pathLst>
            </a:custGeom>
            <a:solidFill>
              <a:srgbClr val="E9A1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13755" y="5390905"/>
              <a:ext cx="521970" cy="1576070"/>
            </a:xfrm>
            <a:custGeom>
              <a:avLst/>
              <a:gdLst/>
              <a:ahLst/>
              <a:cxnLst/>
              <a:rect l="l" t="t" r="r" b="b"/>
              <a:pathLst>
                <a:path w="521970" h="1576070">
                  <a:moveTo>
                    <a:pt x="485460" y="0"/>
                  </a:moveTo>
                  <a:lnTo>
                    <a:pt x="0" y="1457333"/>
                  </a:lnTo>
                  <a:lnTo>
                    <a:pt x="0" y="1575562"/>
                  </a:lnTo>
                  <a:lnTo>
                    <a:pt x="521680" y="9511"/>
                  </a:lnTo>
                  <a:lnTo>
                    <a:pt x="485460" y="0"/>
                  </a:lnTo>
                  <a:close/>
                </a:path>
              </a:pathLst>
            </a:custGeom>
            <a:solidFill>
              <a:srgbClr val="EBA3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13755" y="5381398"/>
              <a:ext cx="485775" cy="1466850"/>
            </a:xfrm>
            <a:custGeom>
              <a:avLst/>
              <a:gdLst/>
              <a:ahLst/>
              <a:cxnLst/>
              <a:rect l="l" t="t" r="r" b="b"/>
              <a:pathLst>
                <a:path w="485775" h="1466850">
                  <a:moveTo>
                    <a:pt x="449254" y="0"/>
                  </a:moveTo>
                  <a:lnTo>
                    <a:pt x="0" y="1348628"/>
                  </a:lnTo>
                  <a:lnTo>
                    <a:pt x="0" y="1466841"/>
                  </a:lnTo>
                  <a:lnTo>
                    <a:pt x="485460" y="9507"/>
                  </a:lnTo>
                  <a:lnTo>
                    <a:pt x="449254" y="0"/>
                  </a:lnTo>
                  <a:close/>
                </a:path>
              </a:pathLst>
            </a:custGeom>
            <a:solidFill>
              <a:srgbClr val="EDA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13754" y="5352866"/>
              <a:ext cx="449580" cy="1377315"/>
            </a:xfrm>
            <a:custGeom>
              <a:avLst/>
              <a:gdLst/>
              <a:ahLst/>
              <a:cxnLst/>
              <a:rect l="l" t="t" r="r" b="b"/>
              <a:pathLst>
                <a:path w="449580" h="1377315">
                  <a:moveTo>
                    <a:pt x="449249" y="28536"/>
                  </a:moveTo>
                  <a:lnTo>
                    <a:pt x="413029" y="19024"/>
                  </a:lnTo>
                  <a:lnTo>
                    <a:pt x="376821" y="9512"/>
                  </a:lnTo>
                  <a:lnTo>
                    <a:pt x="340601" y="0"/>
                  </a:lnTo>
                  <a:lnTo>
                    <a:pt x="0" y="1022489"/>
                  </a:lnTo>
                  <a:lnTo>
                    <a:pt x="0" y="1140701"/>
                  </a:lnTo>
                  <a:lnTo>
                    <a:pt x="0" y="1258912"/>
                  </a:lnTo>
                  <a:lnTo>
                    <a:pt x="0" y="1377162"/>
                  </a:lnTo>
                  <a:lnTo>
                    <a:pt x="449249" y="28536"/>
                  </a:lnTo>
                  <a:close/>
                </a:path>
              </a:pathLst>
            </a:custGeom>
            <a:solidFill>
              <a:srgbClr val="EEA5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13754" y="5295780"/>
              <a:ext cx="340995" cy="1080135"/>
            </a:xfrm>
            <a:custGeom>
              <a:avLst/>
              <a:gdLst/>
              <a:ahLst/>
              <a:cxnLst/>
              <a:rect l="l" t="t" r="r" b="b"/>
              <a:pathLst>
                <a:path w="340995" h="1080135">
                  <a:moveTo>
                    <a:pt x="340601" y="57086"/>
                  </a:moveTo>
                  <a:lnTo>
                    <a:pt x="304393" y="47574"/>
                  </a:lnTo>
                  <a:lnTo>
                    <a:pt x="268173" y="38061"/>
                  </a:lnTo>
                  <a:lnTo>
                    <a:pt x="231965" y="28549"/>
                  </a:lnTo>
                  <a:lnTo>
                    <a:pt x="195745" y="19037"/>
                  </a:lnTo>
                  <a:lnTo>
                    <a:pt x="159537" y="9525"/>
                  </a:lnTo>
                  <a:lnTo>
                    <a:pt x="123304" y="0"/>
                  </a:lnTo>
                  <a:lnTo>
                    <a:pt x="0" y="370192"/>
                  </a:lnTo>
                  <a:lnTo>
                    <a:pt x="0" y="1079576"/>
                  </a:lnTo>
                  <a:lnTo>
                    <a:pt x="340601" y="57086"/>
                  </a:lnTo>
                  <a:close/>
                </a:path>
              </a:pathLst>
            </a:custGeom>
            <a:solidFill>
              <a:srgbClr val="EEA7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3" name="object 493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225597" y="4820518"/>
              <a:ext cx="10421" cy="319039"/>
            </a:xfrm>
            <a:prstGeom prst="rect">
              <a:avLst/>
            </a:prstGeom>
          </p:spPr>
        </p:pic>
        <p:pic>
          <p:nvPicPr>
            <p:cNvPr id="494" name="object 494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225597" y="5502513"/>
              <a:ext cx="10421" cy="26060"/>
            </a:xfrm>
            <a:prstGeom prst="rect">
              <a:avLst/>
            </a:prstGeom>
          </p:spPr>
        </p:pic>
        <p:pic>
          <p:nvPicPr>
            <p:cNvPr id="495" name="object 495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225597" y="5292283"/>
              <a:ext cx="10421" cy="24001"/>
            </a:xfrm>
            <a:prstGeom prst="rect">
              <a:avLst/>
            </a:prstGeom>
          </p:spPr>
        </p:pic>
        <p:pic>
          <p:nvPicPr>
            <p:cNvPr id="496" name="object 496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289464" y="5145130"/>
              <a:ext cx="165737" cy="111095"/>
            </a:xfrm>
            <a:prstGeom prst="rect">
              <a:avLst/>
            </a:prstGeom>
          </p:spPr>
        </p:pic>
        <p:pic>
          <p:nvPicPr>
            <p:cNvPr id="497" name="object 497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452070" y="5033581"/>
              <a:ext cx="164437" cy="104467"/>
            </a:xfrm>
            <a:prstGeom prst="rect">
              <a:avLst/>
            </a:prstGeom>
          </p:spPr>
        </p:pic>
        <p:pic>
          <p:nvPicPr>
            <p:cNvPr id="498" name="object 498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616140" y="4922844"/>
              <a:ext cx="168889" cy="100868"/>
            </a:xfrm>
            <a:prstGeom prst="rect">
              <a:avLst/>
            </a:prstGeom>
          </p:spPr>
        </p:pic>
        <p:pic>
          <p:nvPicPr>
            <p:cNvPr id="499" name="object 499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779169" y="4823257"/>
              <a:ext cx="166950" cy="92134"/>
            </a:xfrm>
            <a:prstGeom prst="rect">
              <a:avLst/>
            </a:prstGeom>
          </p:spPr>
        </p:pic>
        <p:pic>
          <p:nvPicPr>
            <p:cNvPr id="500" name="object 500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943121" y="4731742"/>
              <a:ext cx="161289" cy="80578"/>
            </a:xfrm>
            <a:prstGeom prst="rect">
              <a:avLst/>
            </a:prstGeom>
          </p:spPr>
        </p:pic>
        <p:pic>
          <p:nvPicPr>
            <p:cNvPr id="501" name="object 501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1101906" y="4646786"/>
              <a:ext cx="158564" cy="71485"/>
            </a:xfrm>
            <a:prstGeom prst="rect">
              <a:avLst/>
            </a:prstGeom>
          </p:spPr>
        </p:pic>
        <p:pic>
          <p:nvPicPr>
            <p:cNvPr id="502" name="object 502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261461" y="5009079"/>
              <a:ext cx="169340" cy="95375"/>
            </a:xfrm>
            <a:prstGeom prst="rect">
              <a:avLst/>
            </a:prstGeom>
          </p:spPr>
        </p:pic>
        <p:pic>
          <p:nvPicPr>
            <p:cNvPr id="503" name="object 503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431084" y="4908016"/>
              <a:ext cx="173603" cy="90788"/>
            </a:xfrm>
            <a:prstGeom prst="rect">
              <a:avLst/>
            </a:prstGeom>
          </p:spPr>
        </p:pic>
        <p:pic>
          <p:nvPicPr>
            <p:cNvPr id="504" name="object 504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598594" y="4818636"/>
              <a:ext cx="171463" cy="81146"/>
            </a:xfrm>
            <a:prstGeom prst="rect">
              <a:avLst/>
            </a:prstGeom>
          </p:spPr>
        </p:pic>
        <p:pic>
          <p:nvPicPr>
            <p:cNvPr id="505" name="object 505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225597" y="4430807"/>
              <a:ext cx="1512143" cy="470081"/>
            </a:xfrm>
            <a:prstGeom prst="rect">
              <a:avLst/>
            </a:prstGeom>
          </p:spPr>
        </p:pic>
        <p:pic>
          <p:nvPicPr>
            <p:cNvPr id="506" name="object 506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242402" y="4898969"/>
              <a:ext cx="178247" cy="79476"/>
            </a:xfrm>
            <a:prstGeom prst="rect">
              <a:avLst/>
            </a:prstGeom>
          </p:spPr>
        </p:pic>
        <p:pic>
          <p:nvPicPr>
            <p:cNvPr id="507" name="object 507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13755" y="4858491"/>
              <a:ext cx="40366" cy="9173"/>
            </a:xfrm>
            <a:prstGeom prst="rect">
              <a:avLst/>
            </a:prstGeom>
          </p:spPr>
        </p:pic>
        <p:pic>
          <p:nvPicPr>
            <p:cNvPr id="508" name="object 508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225597" y="4974674"/>
              <a:ext cx="10421" cy="16059"/>
            </a:xfrm>
            <a:prstGeom prst="rect">
              <a:avLst/>
            </a:prstGeom>
          </p:spPr>
        </p:pic>
        <p:pic>
          <p:nvPicPr>
            <p:cNvPr id="509" name="object 509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225597" y="5095360"/>
              <a:ext cx="10421" cy="14749"/>
            </a:xfrm>
            <a:prstGeom prst="rect">
              <a:avLst/>
            </a:prstGeom>
          </p:spPr>
        </p:pic>
        <p:pic>
          <p:nvPicPr>
            <p:cNvPr id="510" name="object 510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225597" y="5238691"/>
              <a:ext cx="10421" cy="15490"/>
            </a:xfrm>
            <a:prstGeom prst="rect">
              <a:avLst/>
            </a:prstGeom>
          </p:spPr>
        </p:pic>
        <p:pic>
          <p:nvPicPr>
            <p:cNvPr id="511" name="object 511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225597" y="5400024"/>
              <a:ext cx="10421" cy="15850"/>
            </a:xfrm>
            <a:prstGeom prst="rect">
              <a:avLst/>
            </a:prstGeom>
          </p:spPr>
        </p:pic>
        <p:pic>
          <p:nvPicPr>
            <p:cNvPr id="512" name="object 512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225597" y="5573303"/>
              <a:ext cx="10421" cy="13968"/>
            </a:xfrm>
            <a:prstGeom prst="rect">
              <a:avLst/>
            </a:prstGeom>
          </p:spPr>
        </p:pic>
        <p:pic>
          <p:nvPicPr>
            <p:cNvPr id="513" name="object 513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13755" y="5263390"/>
              <a:ext cx="8508772" cy="2285589"/>
            </a:xfrm>
            <a:prstGeom prst="rect">
              <a:avLst/>
            </a:prstGeom>
          </p:spPr>
        </p:pic>
        <p:sp>
          <p:nvSpPr>
            <p:cNvPr id="514" name="object 514"/>
            <p:cNvSpPr/>
            <p:nvPr/>
          </p:nvSpPr>
          <p:spPr>
            <a:xfrm>
              <a:off x="13754" y="7154565"/>
              <a:ext cx="8557895" cy="394970"/>
            </a:xfrm>
            <a:custGeom>
              <a:avLst/>
              <a:gdLst/>
              <a:ahLst/>
              <a:cxnLst/>
              <a:rect l="l" t="t" r="r" b="b"/>
              <a:pathLst>
                <a:path w="8557895" h="394970">
                  <a:moveTo>
                    <a:pt x="202844" y="394423"/>
                  </a:moveTo>
                  <a:lnTo>
                    <a:pt x="178511" y="351663"/>
                  </a:lnTo>
                  <a:lnTo>
                    <a:pt x="154609" y="308635"/>
                  </a:lnTo>
                  <a:lnTo>
                    <a:pt x="131152" y="265328"/>
                  </a:lnTo>
                  <a:lnTo>
                    <a:pt x="108153" y="221767"/>
                  </a:lnTo>
                  <a:lnTo>
                    <a:pt x="85598" y="177927"/>
                  </a:lnTo>
                  <a:lnTo>
                    <a:pt x="63512" y="133832"/>
                  </a:lnTo>
                  <a:lnTo>
                    <a:pt x="41871" y="89484"/>
                  </a:lnTo>
                  <a:lnTo>
                    <a:pt x="20701" y="44869"/>
                  </a:lnTo>
                  <a:lnTo>
                    <a:pt x="0" y="0"/>
                  </a:lnTo>
                  <a:lnTo>
                    <a:pt x="0" y="56705"/>
                  </a:lnTo>
                  <a:lnTo>
                    <a:pt x="0" y="112280"/>
                  </a:lnTo>
                  <a:lnTo>
                    <a:pt x="23368" y="160070"/>
                  </a:lnTo>
                  <a:lnTo>
                    <a:pt x="47256" y="207556"/>
                  </a:lnTo>
                  <a:lnTo>
                    <a:pt x="71678" y="254723"/>
                  </a:lnTo>
                  <a:lnTo>
                    <a:pt x="96621" y="301599"/>
                  </a:lnTo>
                  <a:lnTo>
                    <a:pt x="122085" y="348170"/>
                  </a:lnTo>
                  <a:lnTo>
                    <a:pt x="148043" y="394423"/>
                  </a:lnTo>
                  <a:lnTo>
                    <a:pt x="175437" y="394423"/>
                  </a:lnTo>
                  <a:lnTo>
                    <a:pt x="202844" y="394423"/>
                  </a:lnTo>
                  <a:close/>
                </a:path>
                <a:path w="8557895" h="394970">
                  <a:moveTo>
                    <a:pt x="8557514" y="373189"/>
                  </a:moveTo>
                  <a:lnTo>
                    <a:pt x="8533143" y="367868"/>
                  </a:lnTo>
                  <a:lnTo>
                    <a:pt x="8508771" y="362559"/>
                  </a:lnTo>
                  <a:lnTo>
                    <a:pt x="8499729" y="378510"/>
                  </a:lnTo>
                  <a:lnTo>
                    <a:pt x="8495195" y="386473"/>
                  </a:lnTo>
                  <a:lnTo>
                    <a:pt x="8490648" y="394423"/>
                  </a:lnTo>
                  <a:lnTo>
                    <a:pt x="8518055" y="394423"/>
                  </a:lnTo>
                  <a:lnTo>
                    <a:pt x="8528837" y="375475"/>
                  </a:lnTo>
                  <a:lnTo>
                    <a:pt x="8525624" y="381165"/>
                  </a:lnTo>
                  <a:lnTo>
                    <a:pt x="8518055" y="394423"/>
                  </a:lnTo>
                  <a:lnTo>
                    <a:pt x="8545462" y="394423"/>
                  </a:lnTo>
                  <a:lnTo>
                    <a:pt x="8549488" y="387337"/>
                  </a:lnTo>
                  <a:lnTo>
                    <a:pt x="8553539" y="380288"/>
                  </a:lnTo>
                  <a:lnTo>
                    <a:pt x="8557514" y="373189"/>
                  </a:lnTo>
                  <a:close/>
                </a:path>
              </a:pathLst>
            </a:custGeom>
            <a:solidFill>
              <a:srgbClr val="0B17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13754" y="7266845"/>
              <a:ext cx="8655050" cy="282575"/>
            </a:xfrm>
            <a:custGeom>
              <a:avLst/>
              <a:gdLst/>
              <a:ahLst/>
              <a:cxnLst/>
              <a:rect l="l" t="t" r="r" b="b"/>
              <a:pathLst>
                <a:path w="8655050" h="282575">
                  <a:moveTo>
                    <a:pt x="148043" y="282143"/>
                  </a:moveTo>
                  <a:lnTo>
                    <a:pt x="122085" y="235889"/>
                  </a:lnTo>
                  <a:lnTo>
                    <a:pt x="96621" y="189318"/>
                  </a:lnTo>
                  <a:lnTo>
                    <a:pt x="71678" y="142443"/>
                  </a:lnTo>
                  <a:lnTo>
                    <a:pt x="47256" y="95275"/>
                  </a:lnTo>
                  <a:lnTo>
                    <a:pt x="23368" y="47790"/>
                  </a:lnTo>
                  <a:lnTo>
                    <a:pt x="0" y="0"/>
                  </a:lnTo>
                  <a:lnTo>
                    <a:pt x="0" y="54571"/>
                  </a:lnTo>
                  <a:lnTo>
                    <a:pt x="0" y="282143"/>
                  </a:lnTo>
                  <a:lnTo>
                    <a:pt x="11239" y="282143"/>
                  </a:lnTo>
                  <a:lnTo>
                    <a:pt x="38442" y="282143"/>
                  </a:lnTo>
                  <a:lnTo>
                    <a:pt x="65824" y="282143"/>
                  </a:lnTo>
                  <a:lnTo>
                    <a:pt x="93243" y="282143"/>
                  </a:lnTo>
                  <a:lnTo>
                    <a:pt x="120637" y="282143"/>
                  </a:lnTo>
                  <a:lnTo>
                    <a:pt x="148043" y="282143"/>
                  </a:lnTo>
                  <a:close/>
                </a:path>
                <a:path w="8655050" h="282575">
                  <a:moveTo>
                    <a:pt x="8654809" y="282143"/>
                  </a:moveTo>
                  <a:lnTo>
                    <a:pt x="8630641" y="276872"/>
                  </a:lnTo>
                  <a:lnTo>
                    <a:pt x="8606269" y="271564"/>
                  </a:lnTo>
                  <a:lnTo>
                    <a:pt x="8581898" y="266230"/>
                  </a:lnTo>
                  <a:lnTo>
                    <a:pt x="8557514" y="260908"/>
                  </a:lnTo>
                  <a:lnTo>
                    <a:pt x="8553539" y="268008"/>
                  </a:lnTo>
                  <a:lnTo>
                    <a:pt x="8549475" y="275056"/>
                  </a:lnTo>
                  <a:lnTo>
                    <a:pt x="8545449" y="282143"/>
                  </a:lnTo>
                  <a:lnTo>
                    <a:pt x="8572843" y="282143"/>
                  </a:lnTo>
                  <a:lnTo>
                    <a:pt x="8600249" y="282143"/>
                  </a:lnTo>
                  <a:lnTo>
                    <a:pt x="8627656" y="282143"/>
                  </a:lnTo>
                  <a:lnTo>
                    <a:pt x="8654809" y="282143"/>
                  </a:lnTo>
                  <a:close/>
                </a:path>
              </a:pathLst>
            </a:custGeom>
            <a:solidFill>
              <a:srgbClr val="0B15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6" name="object 516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508492" y="210268"/>
              <a:ext cx="9961275" cy="2178381"/>
            </a:xfrm>
            <a:prstGeom prst="rect">
              <a:avLst/>
            </a:prstGeom>
          </p:spPr>
        </p:pic>
        <p:pic>
          <p:nvPicPr>
            <p:cNvPr id="517" name="object 517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13755" y="6472"/>
              <a:ext cx="10678244" cy="1597331"/>
            </a:xfrm>
            <a:prstGeom prst="rect">
              <a:avLst/>
            </a:prstGeom>
          </p:spPr>
        </p:pic>
        <p:pic>
          <p:nvPicPr>
            <p:cNvPr id="518" name="object 518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470962" y="200015"/>
              <a:ext cx="10009226" cy="1407899"/>
            </a:xfrm>
            <a:prstGeom prst="rect">
              <a:avLst/>
            </a:prstGeom>
          </p:spPr>
        </p:pic>
        <p:sp>
          <p:nvSpPr>
            <p:cNvPr id="519" name="object 519"/>
            <p:cNvSpPr/>
            <p:nvPr/>
          </p:nvSpPr>
          <p:spPr>
            <a:xfrm>
              <a:off x="8350250" y="6483"/>
              <a:ext cx="2341880" cy="2054860"/>
            </a:xfrm>
            <a:custGeom>
              <a:avLst/>
              <a:gdLst/>
              <a:ahLst/>
              <a:cxnLst/>
              <a:rect l="l" t="t" r="r" b="b"/>
              <a:pathLst>
                <a:path w="2341879" h="2054860">
                  <a:moveTo>
                    <a:pt x="2341740" y="342"/>
                  </a:moveTo>
                  <a:lnTo>
                    <a:pt x="2341067" y="0"/>
                  </a:lnTo>
                  <a:lnTo>
                    <a:pt x="1123899" y="0"/>
                  </a:lnTo>
                  <a:lnTo>
                    <a:pt x="1088504" y="0"/>
                  </a:lnTo>
                  <a:lnTo>
                    <a:pt x="0" y="2029714"/>
                  </a:lnTo>
                  <a:lnTo>
                    <a:pt x="30861" y="2038146"/>
                  </a:lnTo>
                  <a:lnTo>
                    <a:pt x="91948" y="2054821"/>
                  </a:lnTo>
                  <a:lnTo>
                    <a:pt x="2341740" y="1168488"/>
                  </a:lnTo>
                  <a:lnTo>
                    <a:pt x="2341740" y="342"/>
                  </a:lnTo>
                  <a:close/>
                </a:path>
              </a:pathLst>
            </a:custGeom>
            <a:solidFill>
              <a:srgbClr val="EFB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8319370" y="6472"/>
              <a:ext cx="1119505" cy="2030095"/>
            </a:xfrm>
            <a:custGeom>
              <a:avLst/>
              <a:gdLst/>
              <a:ahLst/>
              <a:cxnLst/>
              <a:rect l="l" t="t" r="r" b="b"/>
              <a:pathLst>
                <a:path w="1119504" h="2030095">
                  <a:moveTo>
                    <a:pt x="1119390" y="0"/>
                  </a:moveTo>
                  <a:lnTo>
                    <a:pt x="1083991" y="0"/>
                  </a:lnTo>
                  <a:lnTo>
                    <a:pt x="0" y="2021287"/>
                  </a:lnTo>
                  <a:lnTo>
                    <a:pt x="30887" y="2029719"/>
                  </a:lnTo>
                  <a:lnTo>
                    <a:pt x="1119390" y="0"/>
                  </a:lnTo>
                  <a:close/>
                </a:path>
              </a:pathLst>
            </a:custGeom>
            <a:solidFill>
              <a:srgbClr val="EFC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8288506" y="6472"/>
              <a:ext cx="1115060" cy="2021839"/>
            </a:xfrm>
            <a:custGeom>
              <a:avLst/>
              <a:gdLst/>
              <a:ahLst/>
              <a:cxnLst/>
              <a:rect l="l" t="t" r="r" b="b"/>
              <a:pathLst>
                <a:path w="1115059" h="2021839">
                  <a:moveTo>
                    <a:pt x="1114855" y="0"/>
                  </a:moveTo>
                  <a:lnTo>
                    <a:pt x="1079464" y="0"/>
                  </a:lnTo>
                  <a:lnTo>
                    <a:pt x="0" y="2012867"/>
                  </a:lnTo>
                  <a:lnTo>
                    <a:pt x="30863" y="2021287"/>
                  </a:lnTo>
                  <a:lnTo>
                    <a:pt x="1114855" y="0"/>
                  </a:lnTo>
                  <a:close/>
                </a:path>
              </a:pathLst>
            </a:custGeom>
            <a:solidFill>
              <a:srgbClr val="EF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8257630" y="6472"/>
              <a:ext cx="1110615" cy="2012950"/>
            </a:xfrm>
            <a:custGeom>
              <a:avLst/>
              <a:gdLst/>
              <a:ahLst/>
              <a:cxnLst/>
              <a:rect l="l" t="t" r="r" b="b"/>
              <a:pathLst>
                <a:path w="1110615" h="2012950">
                  <a:moveTo>
                    <a:pt x="1110340" y="0"/>
                  </a:moveTo>
                  <a:lnTo>
                    <a:pt x="1074938" y="0"/>
                  </a:lnTo>
                  <a:lnTo>
                    <a:pt x="0" y="2004435"/>
                  </a:lnTo>
                  <a:lnTo>
                    <a:pt x="30876" y="2012867"/>
                  </a:lnTo>
                  <a:lnTo>
                    <a:pt x="1110340" y="0"/>
                  </a:lnTo>
                  <a:close/>
                </a:path>
              </a:pathLst>
            </a:custGeom>
            <a:solidFill>
              <a:srgbClr val="EFC0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8226752" y="6472"/>
              <a:ext cx="1106170" cy="2004695"/>
            </a:xfrm>
            <a:custGeom>
              <a:avLst/>
              <a:gdLst/>
              <a:ahLst/>
              <a:cxnLst/>
              <a:rect l="l" t="t" r="r" b="b"/>
              <a:pathLst>
                <a:path w="1106170" h="2004695">
                  <a:moveTo>
                    <a:pt x="1105815" y="0"/>
                  </a:moveTo>
                  <a:lnTo>
                    <a:pt x="1070438" y="0"/>
                  </a:lnTo>
                  <a:lnTo>
                    <a:pt x="0" y="1996005"/>
                  </a:lnTo>
                  <a:lnTo>
                    <a:pt x="30877" y="2004435"/>
                  </a:lnTo>
                  <a:lnTo>
                    <a:pt x="1105815" y="0"/>
                  </a:lnTo>
                  <a:close/>
                </a:path>
              </a:pathLst>
            </a:custGeom>
            <a:solidFill>
              <a:srgbClr val="F0C2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8195879" y="6472"/>
              <a:ext cx="1101725" cy="1996439"/>
            </a:xfrm>
            <a:custGeom>
              <a:avLst/>
              <a:gdLst/>
              <a:ahLst/>
              <a:cxnLst/>
              <a:rect l="l" t="t" r="r" b="b"/>
              <a:pathLst>
                <a:path w="1101725" h="1996439">
                  <a:moveTo>
                    <a:pt x="1101312" y="0"/>
                  </a:moveTo>
                  <a:lnTo>
                    <a:pt x="1065898" y="0"/>
                  </a:lnTo>
                  <a:lnTo>
                    <a:pt x="0" y="1987577"/>
                  </a:lnTo>
                  <a:lnTo>
                    <a:pt x="30873" y="1996005"/>
                  </a:lnTo>
                  <a:lnTo>
                    <a:pt x="1101312" y="0"/>
                  </a:lnTo>
                  <a:close/>
                </a:path>
              </a:pathLst>
            </a:custGeom>
            <a:solidFill>
              <a:srgbClr val="F0C2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8134134" y="6483"/>
              <a:ext cx="1127760" cy="1988185"/>
            </a:xfrm>
            <a:custGeom>
              <a:avLst/>
              <a:gdLst/>
              <a:ahLst/>
              <a:cxnLst/>
              <a:rect l="l" t="t" r="r" b="b"/>
              <a:pathLst>
                <a:path w="1127759" h="1988185">
                  <a:moveTo>
                    <a:pt x="1127633" y="0"/>
                  </a:moveTo>
                  <a:lnTo>
                    <a:pt x="1092250" y="0"/>
                  </a:lnTo>
                  <a:lnTo>
                    <a:pt x="1056855" y="0"/>
                  </a:lnTo>
                  <a:lnTo>
                    <a:pt x="0" y="1970722"/>
                  </a:lnTo>
                  <a:lnTo>
                    <a:pt x="30861" y="1979142"/>
                  </a:lnTo>
                  <a:lnTo>
                    <a:pt x="61734" y="1987575"/>
                  </a:lnTo>
                  <a:lnTo>
                    <a:pt x="1127633" y="0"/>
                  </a:lnTo>
                  <a:close/>
                </a:path>
              </a:pathLst>
            </a:custGeom>
            <a:solidFill>
              <a:srgbClr val="F2C4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8103249" y="6472"/>
              <a:ext cx="1087755" cy="1971039"/>
            </a:xfrm>
            <a:custGeom>
              <a:avLst/>
              <a:gdLst/>
              <a:ahLst/>
              <a:cxnLst/>
              <a:rect l="l" t="t" r="r" b="b"/>
              <a:pathLst>
                <a:path w="1087754" h="1971039">
                  <a:moveTo>
                    <a:pt x="1087747" y="0"/>
                  </a:moveTo>
                  <a:lnTo>
                    <a:pt x="1052344" y="0"/>
                  </a:lnTo>
                  <a:lnTo>
                    <a:pt x="0" y="1962294"/>
                  </a:lnTo>
                  <a:lnTo>
                    <a:pt x="30888" y="1970726"/>
                  </a:lnTo>
                  <a:lnTo>
                    <a:pt x="1087747" y="0"/>
                  </a:lnTo>
                  <a:close/>
                </a:path>
              </a:pathLst>
            </a:custGeom>
            <a:solidFill>
              <a:srgbClr val="F2C6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8072374" y="6472"/>
              <a:ext cx="1083310" cy="1962785"/>
            </a:xfrm>
            <a:custGeom>
              <a:avLst/>
              <a:gdLst/>
              <a:ahLst/>
              <a:cxnLst/>
              <a:rect l="l" t="t" r="r" b="b"/>
              <a:pathLst>
                <a:path w="1083309" h="1962785">
                  <a:moveTo>
                    <a:pt x="1083221" y="0"/>
                  </a:moveTo>
                  <a:lnTo>
                    <a:pt x="1047833" y="0"/>
                  </a:lnTo>
                  <a:lnTo>
                    <a:pt x="0" y="1953863"/>
                  </a:lnTo>
                  <a:lnTo>
                    <a:pt x="30876" y="1962294"/>
                  </a:lnTo>
                  <a:lnTo>
                    <a:pt x="1083221" y="0"/>
                  </a:lnTo>
                  <a:close/>
                </a:path>
              </a:pathLst>
            </a:custGeom>
            <a:solidFill>
              <a:srgbClr val="F2C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8041510" y="6472"/>
              <a:ext cx="1078865" cy="1953895"/>
            </a:xfrm>
            <a:custGeom>
              <a:avLst/>
              <a:gdLst/>
              <a:ahLst/>
              <a:cxnLst/>
              <a:rect l="l" t="t" r="r" b="b"/>
              <a:pathLst>
                <a:path w="1078865" h="1953895">
                  <a:moveTo>
                    <a:pt x="1078697" y="0"/>
                  </a:moveTo>
                  <a:lnTo>
                    <a:pt x="1043294" y="0"/>
                  </a:lnTo>
                  <a:lnTo>
                    <a:pt x="0" y="1945435"/>
                  </a:lnTo>
                  <a:lnTo>
                    <a:pt x="30863" y="1953863"/>
                  </a:lnTo>
                  <a:lnTo>
                    <a:pt x="1078697" y="0"/>
                  </a:lnTo>
                  <a:close/>
                </a:path>
              </a:pathLst>
            </a:custGeom>
            <a:solidFill>
              <a:srgbClr val="F2C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8010633" y="6472"/>
              <a:ext cx="1074420" cy="1945639"/>
            </a:xfrm>
            <a:custGeom>
              <a:avLst/>
              <a:gdLst/>
              <a:ahLst/>
              <a:cxnLst/>
              <a:rect l="l" t="t" r="r" b="b"/>
              <a:pathLst>
                <a:path w="1074420" h="1945639">
                  <a:moveTo>
                    <a:pt x="1074171" y="0"/>
                  </a:moveTo>
                  <a:lnTo>
                    <a:pt x="1038782" y="0"/>
                  </a:lnTo>
                  <a:lnTo>
                    <a:pt x="0" y="1937005"/>
                  </a:lnTo>
                  <a:lnTo>
                    <a:pt x="30876" y="1945435"/>
                  </a:lnTo>
                  <a:lnTo>
                    <a:pt x="1074171" y="0"/>
                  </a:lnTo>
                  <a:close/>
                </a:path>
              </a:pathLst>
            </a:custGeom>
            <a:solidFill>
              <a:srgbClr val="F2C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7979756" y="6472"/>
              <a:ext cx="1069975" cy="1937385"/>
            </a:xfrm>
            <a:custGeom>
              <a:avLst/>
              <a:gdLst/>
              <a:ahLst/>
              <a:cxnLst/>
              <a:rect l="l" t="t" r="r" b="b"/>
              <a:pathLst>
                <a:path w="1069975" h="1937385">
                  <a:moveTo>
                    <a:pt x="1069660" y="0"/>
                  </a:moveTo>
                  <a:lnTo>
                    <a:pt x="1034268" y="0"/>
                  </a:lnTo>
                  <a:lnTo>
                    <a:pt x="0" y="1928573"/>
                  </a:lnTo>
                  <a:lnTo>
                    <a:pt x="30877" y="1937005"/>
                  </a:lnTo>
                  <a:lnTo>
                    <a:pt x="1069660" y="0"/>
                  </a:lnTo>
                  <a:close/>
                </a:path>
              </a:pathLst>
            </a:custGeom>
            <a:solidFill>
              <a:srgbClr val="F5CB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7918006" y="6483"/>
              <a:ext cx="1096010" cy="1929130"/>
            </a:xfrm>
            <a:custGeom>
              <a:avLst/>
              <a:gdLst/>
              <a:ahLst/>
              <a:cxnLst/>
              <a:rect l="l" t="t" r="r" b="b"/>
              <a:pathLst>
                <a:path w="1096009" h="1929130">
                  <a:moveTo>
                    <a:pt x="1096010" y="0"/>
                  </a:moveTo>
                  <a:lnTo>
                    <a:pt x="1060615" y="0"/>
                  </a:lnTo>
                  <a:lnTo>
                    <a:pt x="1025220" y="0"/>
                  </a:lnTo>
                  <a:lnTo>
                    <a:pt x="0" y="1911718"/>
                  </a:lnTo>
                  <a:lnTo>
                    <a:pt x="30873" y="1920138"/>
                  </a:lnTo>
                  <a:lnTo>
                    <a:pt x="61747" y="1928571"/>
                  </a:lnTo>
                  <a:lnTo>
                    <a:pt x="1096010" y="0"/>
                  </a:lnTo>
                  <a:close/>
                </a:path>
              </a:pathLst>
            </a:custGeom>
            <a:solidFill>
              <a:srgbClr val="F5C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7887128" y="6472"/>
              <a:ext cx="1056640" cy="1911985"/>
            </a:xfrm>
            <a:custGeom>
              <a:avLst/>
              <a:gdLst/>
              <a:ahLst/>
              <a:cxnLst/>
              <a:rect l="l" t="t" r="r" b="b"/>
              <a:pathLst>
                <a:path w="1056640" h="1911985">
                  <a:moveTo>
                    <a:pt x="1056106" y="0"/>
                  </a:moveTo>
                  <a:lnTo>
                    <a:pt x="1020715" y="0"/>
                  </a:lnTo>
                  <a:lnTo>
                    <a:pt x="0" y="1903294"/>
                  </a:lnTo>
                  <a:lnTo>
                    <a:pt x="30888" y="1911725"/>
                  </a:lnTo>
                  <a:lnTo>
                    <a:pt x="1056106" y="0"/>
                  </a:lnTo>
                  <a:close/>
                </a:path>
              </a:pathLst>
            </a:custGeom>
            <a:solidFill>
              <a:srgbClr val="F5CD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3" name="object 533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915365" y="6472"/>
              <a:ext cx="9776635" cy="2054821"/>
            </a:xfrm>
            <a:prstGeom prst="rect">
              <a:avLst/>
            </a:prstGeom>
          </p:spPr>
        </p:pic>
        <p:sp>
          <p:nvSpPr>
            <p:cNvPr id="534" name="object 534"/>
            <p:cNvSpPr/>
            <p:nvPr/>
          </p:nvSpPr>
          <p:spPr>
            <a:xfrm>
              <a:off x="2315688" y="3845771"/>
              <a:ext cx="6074410" cy="10795"/>
            </a:xfrm>
            <a:custGeom>
              <a:avLst/>
              <a:gdLst/>
              <a:ahLst/>
              <a:cxnLst/>
              <a:rect l="l" t="t" r="r" b="b"/>
              <a:pathLst>
                <a:path w="6074409" h="10795">
                  <a:moveTo>
                    <a:pt x="6074366" y="0"/>
                  </a:moveTo>
                  <a:lnTo>
                    <a:pt x="0" y="0"/>
                  </a:lnTo>
                  <a:lnTo>
                    <a:pt x="0" y="10278"/>
                  </a:lnTo>
                  <a:lnTo>
                    <a:pt x="6074366" y="10278"/>
                  </a:lnTo>
                  <a:lnTo>
                    <a:pt x="6074366" y="0"/>
                  </a:lnTo>
                  <a:close/>
                </a:path>
              </a:pathLst>
            </a:custGeom>
            <a:solidFill>
              <a:srgbClr val="2B39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5" name="object 535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6617715" y="277735"/>
              <a:ext cx="2997974" cy="1224587"/>
            </a:xfrm>
            <a:prstGeom prst="rect">
              <a:avLst/>
            </a:prstGeom>
          </p:spPr>
        </p:pic>
        <p:sp>
          <p:nvSpPr>
            <p:cNvPr id="536" name="object 536"/>
            <p:cNvSpPr/>
            <p:nvPr/>
          </p:nvSpPr>
          <p:spPr>
            <a:xfrm>
              <a:off x="720852" y="1436923"/>
              <a:ext cx="1018540" cy="643255"/>
            </a:xfrm>
            <a:custGeom>
              <a:avLst/>
              <a:gdLst/>
              <a:ahLst/>
              <a:cxnLst/>
              <a:rect l="l" t="t" r="r" b="b"/>
              <a:pathLst>
                <a:path w="1018539" h="643255">
                  <a:moveTo>
                    <a:pt x="510705" y="116268"/>
                  </a:moveTo>
                  <a:lnTo>
                    <a:pt x="505028" y="98742"/>
                  </a:lnTo>
                  <a:lnTo>
                    <a:pt x="499338" y="98564"/>
                  </a:lnTo>
                  <a:lnTo>
                    <a:pt x="480733" y="99250"/>
                  </a:lnTo>
                  <a:lnTo>
                    <a:pt x="465467" y="101295"/>
                  </a:lnTo>
                  <a:lnTo>
                    <a:pt x="451142" y="104698"/>
                  </a:lnTo>
                  <a:lnTo>
                    <a:pt x="430149" y="112585"/>
                  </a:lnTo>
                  <a:lnTo>
                    <a:pt x="421601" y="114769"/>
                  </a:lnTo>
                  <a:lnTo>
                    <a:pt x="412750" y="116078"/>
                  </a:lnTo>
                  <a:lnTo>
                    <a:pt x="403694" y="116497"/>
                  </a:lnTo>
                  <a:lnTo>
                    <a:pt x="384924" y="114744"/>
                  </a:lnTo>
                  <a:lnTo>
                    <a:pt x="366826" y="109588"/>
                  </a:lnTo>
                  <a:lnTo>
                    <a:pt x="350418" y="101257"/>
                  </a:lnTo>
                  <a:lnTo>
                    <a:pt x="315810" y="72910"/>
                  </a:lnTo>
                  <a:lnTo>
                    <a:pt x="289496" y="59220"/>
                  </a:lnTo>
                  <a:lnTo>
                    <a:pt x="260921" y="50088"/>
                  </a:lnTo>
                  <a:lnTo>
                    <a:pt x="233273" y="46774"/>
                  </a:lnTo>
                  <a:lnTo>
                    <a:pt x="227063" y="46913"/>
                  </a:lnTo>
                  <a:lnTo>
                    <a:pt x="210527" y="45339"/>
                  </a:lnTo>
                  <a:lnTo>
                    <a:pt x="195300" y="40855"/>
                  </a:lnTo>
                  <a:lnTo>
                    <a:pt x="180848" y="33832"/>
                  </a:lnTo>
                  <a:lnTo>
                    <a:pt x="167728" y="24587"/>
                  </a:lnTo>
                  <a:lnTo>
                    <a:pt x="0" y="539229"/>
                  </a:lnTo>
                  <a:lnTo>
                    <a:pt x="214325" y="465556"/>
                  </a:lnTo>
                  <a:lnTo>
                    <a:pt x="339191" y="642658"/>
                  </a:lnTo>
                  <a:lnTo>
                    <a:pt x="510705" y="116268"/>
                  </a:lnTo>
                  <a:close/>
                </a:path>
                <a:path w="1018539" h="643255">
                  <a:moveTo>
                    <a:pt x="1018006" y="528459"/>
                  </a:moveTo>
                  <a:lnTo>
                    <a:pt x="845781" y="0"/>
                  </a:lnTo>
                  <a:lnTo>
                    <a:pt x="831634" y="18694"/>
                  </a:lnTo>
                  <a:lnTo>
                    <a:pt x="812507" y="33553"/>
                  </a:lnTo>
                  <a:lnTo>
                    <a:pt x="790295" y="43370"/>
                  </a:lnTo>
                  <a:lnTo>
                    <a:pt x="766889" y="46913"/>
                  </a:lnTo>
                  <a:lnTo>
                    <a:pt x="759637" y="46774"/>
                  </a:lnTo>
                  <a:lnTo>
                    <a:pt x="731989" y="50088"/>
                  </a:lnTo>
                  <a:lnTo>
                    <a:pt x="703427" y="59220"/>
                  </a:lnTo>
                  <a:lnTo>
                    <a:pt x="677100" y="72910"/>
                  </a:lnTo>
                  <a:lnTo>
                    <a:pt x="642454" y="101257"/>
                  </a:lnTo>
                  <a:lnTo>
                    <a:pt x="626059" y="109588"/>
                  </a:lnTo>
                  <a:lnTo>
                    <a:pt x="607987" y="114744"/>
                  </a:lnTo>
                  <a:lnTo>
                    <a:pt x="589241" y="116497"/>
                  </a:lnTo>
                  <a:lnTo>
                    <a:pt x="580186" y="116078"/>
                  </a:lnTo>
                  <a:lnTo>
                    <a:pt x="571334" y="114769"/>
                  </a:lnTo>
                  <a:lnTo>
                    <a:pt x="562800" y="112585"/>
                  </a:lnTo>
                  <a:lnTo>
                    <a:pt x="543661" y="105257"/>
                  </a:lnTo>
                  <a:lnTo>
                    <a:pt x="531482" y="102069"/>
                  </a:lnTo>
                  <a:lnTo>
                    <a:pt x="518502" y="99898"/>
                  </a:lnTo>
                  <a:lnTo>
                    <a:pt x="505028" y="98742"/>
                  </a:lnTo>
                  <a:lnTo>
                    <a:pt x="678802" y="631901"/>
                  </a:lnTo>
                  <a:lnTo>
                    <a:pt x="803643" y="454787"/>
                  </a:lnTo>
                  <a:lnTo>
                    <a:pt x="1018006" y="528459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652557" y="459867"/>
              <a:ext cx="1129665" cy="1094105"/>
            </a:xfrm>
            <a:custGeom>
              <a:avLst/>
              <a:gdLst/>
              <a:ahLst/>
              <a:cxnLst/>
              <a:rect l="l" t="t" r="r" b="b"/>
              <a:pathLst>
                <a:path w="1129664" h="1094105">
                  <a:moveTo>
                    <a:pt x="471920" y="0"/>
                  </a:moveTo>
                  <a:lnTo>
                    <a:pt x="453179" y="1760"/>
                  </a:lnTo>
                  <a:lnTo>
                    <a:pt x="434668" y="7033"/>
                  </a:lnTo>
                  <a:lnTo>
                    <a:pt x="434861" y="7033"/>
                  </a:lnTo>
                  <a:lnTo>
                    <a:pt x="418709" y="15240"/>
                  </a:lnTo>
                  <a:lnTo>
                    <a:pt x="384106" y="43583"/>
                  </a:lnTo>
                  <a:lnTo>
                    <a:pt x="357795" y="57303"/>
                  </a:lnTo>
                  <a:lnTo>
                    <a:pt x="329056" y="66510"/>
                  </a:lnTo>
                  <a:lnTo>
                    <a:pt x="328769" y="66510"/>
                  </a:lnTo>
                  <a:lnTo>
                    <a:pt x="301567" y="69785"/>
                  </a:lnTo>
                  <a:lnTo>
                    <a:pt x="293101" y="69785"/>
                  </a:lnTo>
                  <a:lnTo>
                    <a:pt x="268423" y="73909"/>
                  </a:lnTo>
                  <a:lnTo>
                    <a:pt x="244285" y="85748"/>
                  </a:lnTo>
                  <a:lnTo>
                    <a:pt x="224431" y="103437"/>
                  </a:lnTo>
                  <a:lnTo>
                    <a:pt x="211442" y="125304"/>
                  </a:lnTo>
                  <a:lnTo>
                    <a:pt x="198198" y="149699"/>
                  </a:lnTo>
                  <a:lnTo>
                    <a:pt x="178256" y="172838"/>
                  </a:lnTo>
                  <a:lnTo>
                    <a:pt x="154323" y="192115"/>
                  </a:lnTo>
                  <a:lnTo>
                    <a:pt x="129103" y="204925"/>
                  </a:lnTo>
                  <a:lnTo>
                    <a:pt x="105846" y="218038"/>
                  </a:lnTo>
                  <a:lnTo>
                    <a:pt x="87254" y="238108"/>
                  </a:lnTo>
                  <a:lnTo>
                    <a:pt x="75209" y="262401"/>
                  </a:lnTo>
                  <a:lnTo>
                    <a:pt x="71592" y="288187"/>
                  </a:lnTo>
                  <a:lnTo>
                    <a:pt x="69014" y="315620"/>
                  </a:lnTo>
                  <a:lnTo>
                    <a:pt x="59757" y="344389"/>
                  </a:lnTo>
                  <a:lnTo>
                    <a:pt x="45285" y="371073"/>
                  </a:lnTo>
                  <a:lnTo>
                    <a:pt x="27064" y="392252"/>
                  </a:lnTo>
                  <a:lnTo>
                    <a:pt x="10765" y="412975"/>
                  </a:lnTo>
                  <a:lnTo>
                    <a:pt x="1518" y="438405"/>
                  </a:lnTo>
                  <a:lnTo>
                    <a:pt x="0" y="465312"/>
                  </a:lnTo>
                  <a:lnTo>
                    <a:pt x="6887" y="490467"/>
                  </a:lnTo>
                  <a:lnTo>
                    <a:pt x="15311" y="516766"/>
                  </a:lnTo>
                  <a:lnTo>
                    <a:pt x="18118" y="546756"/>
                  </a:lnTo>
                  <a:lnTo>
                    <a:pt x="15311" y="576744"/>
                  </a:lnTo>
                  <a:lnTo>
                    <a:pt x="6887" y="603049"/>
                  </a:lnTo>
                  <a:lnTo>
                    <a:pt x="0" y="628242"/>
                  </a:lnTo>
                  <a:lnTo>
                    <a:pt x="1518" y="655160"/>
                  </a:lnTo>
                  <a:lnTo>
                    <a:pt x="10765" y="680588"/>
                  </a:lnTo>
                  <a:lnTo>
                    <a:pt x="27064" y="701307"/>
                  </a:lnTo>
                  <a:lnTo>
                    <a:pt x="45285" y="722466"/>
                  </a:lnTo>
                  <a:lnTo>
                    <a:pt x="59757" y="749139"/>
                  </a:lnTo>
                  <a:lnTo>
                    <a:pt x="69014" y="777911"/>
                  </a:lnTo>
                  <a:lnTo>
                    <a:pt x="71592" y="805362"/>
                  </a:lnTo>
                  <a:lnTo>
                    <a:pt x="75209" y="831146"/>
                  </a:lnTo>
                  <a:lnTo>
                    <a:pt x="87254" y="855440"/>
                  </a:lnTo>
                  <a:lnTo>
                    <a:pt x="105846" y="875513"/>
                  </a:lnTo>
                  <a:lnTo>
                    <a:pt x="129103" y="888634"/>
                  </a:lnTo>
                  <a:lnTo>
                    <a:pt x="154323" y="901452"/>
                  </a:lnTo>
                  <a:lnTo>
                    <a:pt x="178256" y="920726"/>
                  </a:lnTo>
                  <a:lnTo>
                    <a:pt x="198198" y="943857"/>
                  </a:lnTo>
                  <a:lnTo>
                    <a:pt x="211442" y="968244"/>
                  </a:lnTo>
                  <a:lnTo>
                    <a:pt x="215706" y="977482"/>
                  </a:lnTo>
                  <a:lnTo>
                    <a:pt x="221342" y="986201"/>
                  </a:lnTo>
                  <a:lnTo>
                    <a:pt x="263598" y="1017909"/>
                  </a:lnTo>
                  <a:lnTo>
                    <a:pt x="294295" y="1023957"/>
                  </a:lnTo>
                  <a:lnTo>
                    <a:pt x="302731" y="1023957"/>
                  </a:lnTo>
                  <a:lnTo>
                    <a:pt x="329228" y="1027138"/>
                  </a:lnTo>
                  <a:lnTo>
                    <a:pt x="357795" y="1036269"/>
                  </a:lnTo>
                  <a:lnTo>
                    <a:pt x="384106" y="1049963"/>
                  </a:lnTo>
                  <a:lnTo>
                    <a:pt x="404996" y="1066971"/>
                  </a:lnTo>
                  <a:lnTo>
                    <a:pt x="417070" y="1076942"/>
                  </a:lnTo>
                  <a:lnTo>
                    <a:pt x="418796" y="1078342"/>
                  </a:lnTo>
                  <a:lnTo>
                    <a:pt x="435132" y="1086640"/>
                  </a:lnTo>
                  <a:lnTo>
                    <a:pt x="453346" y="1091822"/>
                  </a:lnTo>
                  <a:lnTo>
                    <a:pt x="453582" y="1091822"/>
                  </a:lnTo>
                  <a:lnTo>
                    <a:pt x="471999" y="1093550"/>
                  </a:lnTo>
                  <a:lnTo>
                    <a:pt x="481053" y="1093121"/>
                  </a:lnTo>
                  <a:lnTo>
                    <a:pt x="489905" y="1091822"/>
                  </a:lnTo>
                  <a:lnTo>
                    <a:pt x="498445" y="1089630"/>
                  </a:lnTo>
                  <a:lnTo>
                    <a:pt x="506256" y="1086640"/>
                  </a:lnTo>
                  <a:lnTo>
                    <a:pt x="519444" y="1081752"/>
                  </a:lnTo>
                  <a:lnTo>
                    <a:pt x="533765" y="1078342"/>
                  </a:lnTo>
                  <a:lnTo>
                    <a:pt x="549039" y="1076294"/>
                  </a:lnTo>
                  <a:lnTo>
                    <a:pt x="560568" y="1075794"/>
                  </a:lnTo>
                  <a:lnTo>
                    <a:pt x="713793" y="1075794"/>
                  </a:lnTo>
                  <a:lnTo>
                    <a:pt x="724460" y="1066971"/>
                  </a:lnTo>
                  <a:lnTo>
                    <a:pt x="745398" y="1049963"/>
                  </a:lnTo>
                  <a:lnTo>
                    <a:pt x="751065" y="1047015"/>
                  </a:lnTo>
                  <a:lnTo>
                    <a:pt x="564781" y="1047015"/>
                  </a:lnTo>
                  <a:lnTo>
                    <a:pt x="514976" y="1044726"/>
                  </a:lnTo>
                  <a:lnTo>
                    <a:pt x="466512" y="1037996"/>
                  </a:lnTo>
                  <a:lnTo>
                    <a:pt x="420042" y="1027138"/>
                  </a:lnTo>
                  <a:lnTo>
                    <a:pt x="419913" y="1027138"/>
                  </a:lnTo>
                  <a:lnTo>
                    <a:pt x="374470" y="1012055"/>
                  </a:lnTo>
                  <a:lnTo>
                    <a:pt x="331327" y="993263"/>
                  </a:lnTo>
                  <a:lnTo>
                    <a:pt x="290390" y="970870"/>
                  </a:lnTo>
                  <a:lnTo>
                    <a:pt x="251876" y="945084"/>
                  </a:lnTo>
                  <a:lnTo>
                    <a:pt x="216002" y="916116"/>
                  </a:lnTo>
                  <a:lnTo>
                    <a:pt x="182985" y="884174"/>
                  </a:lnTo>
                  <a:lnTo>
                    <a:pt x="153042" y="849469"/>
                  </a:lnTo>
                  <a:lnTo>
                    <a:pt x="126388" y="812210"/>
                  </a:lnTo>
                  <a:lnTo>
                    <a:pt x="103240" y="772607"/>
                  </a:lnTo>
                  <a:lnTo>
                    <a:pt x="83815" y="730868"/>
                  </a:lnTo>
                  <a:lnTo>
                    <a:pt x="68330" y="687204"/>
                  </a:lnTo>
                  <a:lnTo>
                    <a:pt x="57001" y="641825"/>
                  </a:lnTo>
                  <a:lnTo>
                    <a:pt x="50045" y="594939"/>
                  </a:lnTo>
                  <a:lnTo>
                    <a:pt x="47678" y="546756"/>
                  </a:lnTo>
                  <a:lnTo>
                    <a:pt x="50045" y="498584"/>
                  </a:lnTo>
                  <a:lnTo>
                    <a:pt x="57001" y="451706"/>
                  </a:lnTo>
                  <a:lnTo>
                    <a:pt x="68330" y="406334"/>
                  </a:lnTo>
                  <a:lnTo>
                    <a:pt x="83815" y="362675"/>
                  </a:lnTo>
                  <a:lnTo>
                    <a:pt x="103240" y="320941"/>
                  </a:lnTo>
                  <a:lnTo>
                    <a:pt x="126388" y="281340"/>
                  </a:lnTo>
                  <a:lnTo>
                    <a:pt x="153042" y="244082"/>
                  </a:lnTo>
                  <a:lnTo>
                    <a:pt x="182985" y="209378"/>
                  </a:lnTo>
                  <a:lnTo>
                    <a:pt x="216002" y="177437"/>
                  </a:lnTo>
                  <a:lnTo>
                    <a:pt x="251876" y="148468"/>
                  </a:lnTo>
                  <a:lnTo>
                    <a:pt x="290390" y="122681"/>
                  </a:lnTo>
                  <a:lnTo>
                    <a:pt x="331327" y="100286"/>
                  </a:lnTo>
                  <a:lnTo>
                    <a:pt x="374470" y="81492"/>
                  </a:lnTo>
                  <a:lnTo>
                    <a:pt x="419604" y="66510"/>
                  </a:lnTo>
                  <a:lnTo>
                    <a:pt x="466512" y="55549"/>
                  </a:lnTo>
                  <a:lnTo>
                    <a:pt x="514976" y="48819"/>
                  </a:lnTo>
                  <a:lnTo>
                    <a:pt x="564781" y="46528"/>
                  </a:lnTo>
                  <a:lnTo>
                    <a:pt x="751042" y="46528"/>
                  </a:lnTo>
                  <a:lnTo>
                    <a:pt x="745392" y="43583"/>
                  </a:lnTo>
                  <a:lnTo>
                    <a:pt x="724460" y="26553"/>
                  </a:lnTo>
                  <a:lnTo>
                    <a:pt x="714045" y="17948"/>
                  </a:lnTo>
                  <a:lnTo>
                    <a:pt x="564781" y="17948"/>
                  </a:lnTo>
                  <a:lnTo>
                    <a:pt x="519444" y="11799"/>
                  </a:lnTo>
                  <a:lnTo>
                    <a:pt x="498438" y="3922"/>
                  </a:lnTo>
                  <a:lnTo>
                    <a:pt x="490006" y="1760"/>
                  </a:lnTo>
                  <a:lnTo>
                    <a:pt x="481001" y="428"/>
                  </a:lnTo>
                  <a:lnTo>
                    <a:pt x="471920" y="0"/>
                  </a:lnTo>
                  <a:close/>
                </a:path>
                <a:path w="1129664" h="1094105">
                  <a:moveTo>
                    <a:pt x="713793" y="1075794"/>
                  </a:moveTo>
                  <a:lnTo>
                    <a:pt x="573328" y="1075794"/>
                  </a:lnTo>
                  <a:lnTo>
                    <a:pt x="586800" y="1076942"/>
                  </a:lnTo>
                  <a:lnTo>
                    <a:pt x="599781" y="1079113"/>
                  </a:lnTo>
                  <a:lnTo>
                    <a:pt x="611957" y="1082306"/>
                  </a:lnTo>
                  <a:lnTo>
                    <a:pt x="631107" y="1089630"/>
                  </a:lnTo>
                  <a:lnTo>
                    <a:pt x="639633" y="1091822"/>
                  </a:lnTo>
                  <a:lnTo>
                    <a:pt x="648481" y="1093121"/>
                  </a:lnTo>
                  <a:lnTo>
                    <a:pt x="657536" y="1093550"/>
                  </a:lnTo>
                  <a:lnTo>
                    <a:pt x="675930" y="1091822"/>
                  </a:lnTo>
                  <a:lnTo>
                    <a:pt x="676166" y="1091822"/>
                  </a:lnTo>
                  <a:lnTo>
                    <a:pt x="694362" y="1086640"/>
                  </a:lnTo>
                  <a:lnTo>
                    <a:pt x="710681" y="1078342"/>
                  </a:lnTo>
                  <a:lnTo>
                    <a:pt x="713793" y="1075794"/>
                  </a:lnTo>
                  <a:close/>
                </a:path>
                <a:path w="1129664" h="1094105">
                  <a:moveTo>
                    <a:pt x="751042" y="46528"/>
                  </a:moveTo>
                  <a:lnTo>
                    <a:pt x="564781" y="46528"/>
                  </a:lnTo>
                  <a:lnTo>
                    <a:pt x="614575" y="48819"/>
                  </a:lnTo>
                  <a:lnTo>
                    <a:pt x="663030" y="55549"/>
                  </a:lnTo>
                  <a:lnTo>
                    <a:pt x="709929" y="66510"/>
                  </a:lnTo>
                  <a:lnTo>
                    <a:pt x="755055" y="81492"/>
                  </a:lnTo>
                  <a:lnTo>
                    <a:pt x="798192" y="100286"/>
                  </a:lnTo>
                  <a:lnTo>
                    <a:pt x="839123" y="122681"/>
                  </a:lnTo>
                  <a:lnTo>
                    <a:pt x="877632" y="148468"/>
                  </a:lnTo>
                  <a:lnTo>
                    <a:pt x="913501" y="177437"/>
                  </a:lnTo>
                  <a:lnTo>
                    <a:pt x="946514" y="209378"/>
                  </a:lnTo>
                  <a:lnTo>
                    <a:pt x="976455" y="244082"/>
                  </a:lnTo>
                  <a:lnTo>
                    <a:pt x="1003106" y="281340"/>
                  </a:lnTo>
                  <a:lnTo>
                    <a:pt x="1026252" y="320941"/>
                  </a:lnTo>
                  <a:lnTo>
                    <a:pt x="1045675" y="362675"/>
                  </a:lnTo>
                  <a:lnTo>
                    <a:pt x="1061159" y="406334"/>
                  </a:lnTo>
                  <a:lnTo>
                    <a:pt x="1072487" y="451706"/>
                  </a:lnTo>
                  <a:lnTo>
                    <a:pt x="1079443" y="498584"/>
                  </a:lnTo>
                  <a:lnTo>
                    <a:pt x="1081810" y="546756"/>
                  </a:lnTo>
                  <a:lnTo>
                    <a:pt x="1079443" y="594939"/>
                  </a:lnTo>
                  <a:lnTo>
                    <a:pt x="1072487" y="641825"/>
                  </a:lnTo>
                  <a:lnTo>
                    <a:pt x="1061159" y="687204"/>
                  </a:lnTo>
                  <a:lnTo>
                    <a:pt x="1045675" y="730868"/>
                  </a:lnTo>
                  <a:lnTo>
                    <a:pt x="1026252" y="772607"/>
                  </a:lnTo>
                  <a:lnTo>
                    <a:pt x="1003106" y="812210"/>
                  </a:lnTo>
                  <a:lnTo>
                    <a:pt x="976455" y="849469"/>
                  </a:lnTo>
                  <a:lnTo>
                    <a:pt x="946514" y="884174"/>
                  </a:lnTo>
                  <a:lnTo>
                    <a:pt x="913501" y="916116"/>
                  </a:lnTo>
                  <a:lnTo>
                    <a:pt x="877632" y="945084"/>
                  </a:lnTo>
                  <a:lnTo>
                    <a:pt x="839123" y="970870"/>
                  </a:lnTo>
                  <a:lnTo>
                    <a:pt x="798192" y="993263"/>
                  </a:lnTo>
                  <a:lnTo>
                    <a:pt x="755055" y="1012055"/>
                  </a:lnTo>
                  <a:lnTo>
                    <a:pt x="709621" y="1027138"/>
                  </a:lnTo>
                  <a:lnTo>
                    <a:pt x="709491" y="1027138"/>
                  </a:lnTo>
                  <a:lnTo>
                    <a:pt x="663030" y="1037996"/>
                  </a:lnTo>
                  <a:lnTo>
                    <a:pt x="614575" y="1044726"/>
                  </a:lnTo>
                  <a:lnTo>
                    <a:pt x="564781" y="1047015"/>
                  </a:lnTo>
                  <a:lnTo>
                    <a:pt x="751065" y="1047015"/>
                  </a:lnTo>
                  <a:lnTo>
                    <a:pt x="771727" y="1036269"/>
                  </a:lnTo>
                  <a:lnTo>
                    <a:pt x="800290" y="1027138"/>
                  </a:lnTo>
                  <a:lnTo>
                    <a:pt x="826769" y="1023957"/>
                  </a:lnTo>
                  <a:lnTo>
                    <a:pt x="835192" y="1023957"/>
                  </a:lnTo>
                  <a:lnTo>
                    <a:pt x="858590" y="1020415"/>
                  </a:lnTo>
                  <a:lnTo>
                    <a:pt x="899933" y="995739"/>
                  </a:lnTo>
                  <a:lnTo>
                    <a:pt x="918126" y="968244"/>
                  </a:lnTo>
                  <a:lnTo>
                    <a:pt x="931368" y="943857"/>
                  </a:lnTo>
                  <a:lnTo>
                    <a:pt x="951297" y="920726"/>
                  </a:lnTo>
                  <a:lnTo>
                    <a:pt x="975215" y="901452"/>
                  </a:lnTo>
                  <a:lnTo>
                    <a:pt x="1000428" y="888634"/>
                  </a:lnTo>
                  <a:lnTo>
                    <a:pt x="1023676" y="875513"/>
                  </a:lnTo>
                  <a:lnTo>
                    <a:pt x="1042283" y="855440"/>
                  </a:lnTo>
                  <a:lnTo>
                    <a:pt x="1054351" y="831146"/>
                  </a:lnTo>
                  <a:lnTo>
                    <a:pt x="1057986" y="805362"/>
                  </a:lnTo>
                  <a:lnTo>
                    <a:pt x="1060540" y="777911"/>
                  </a:lnTo>
                  <a:lnTo>
                    <a:pt x="1069787" y="749139"/>
                  </a:lnTo>
                  <a:lnTo>
                    <a:pt x="1084255" y="722466"/>
                  </a:lnTo>
                  <a:lnTo>
                    <a:pt x="1102470" y="701307"/>
                  </a:lnTo>
                  <a:lnTo>
                    <a:pt x="1118789" y="680588"/>
                  </a:lnTo>
                  <a:lnTo>
                    <a:pt x="1128041" y="655160"/>
                  </a:lnTo>
                  <a:lnTo>
                    <a:pt x="1129563" y="628242"/>
                  </a:lnTo>
                  <a:lnTo>
                    <a:pt x="1122692" y="603049"/>
                  </a:lnTo>
                  <a:lnTo>
                    <a:pt x="1114218" y="576744"/>
                  </a:lnTo>
                  <a:lnTo>
                    <a:pt x="1111393" y="546756"/>
                  </a:lnTo>
                  <a:lnTo>
                    <a:pt x="1114218" y="516766"/>
                  </a:lnTo>
                  <a:lnTo>
                    <a:pt x="1122692" y="490467"/>
                  </a:lnTo>
                  <a:lnTo>
                    <a:pt x="1129563" y="465312"/>
                  </a:lnTo>
                  <a:lnTo>
                    <a:pt x="1128041" y="438405"/>
                  </a:lnTo>
                  <a:lnTo>
                    <a:pt x="1118789" y="412975"/>
                  </a:lnTo>
                  <a:lnTo>
                    <a:pt x="1102470" y="392252"/>
                  </a:lnTo>
                  <a:lnTo>
                    <a:pt x="1084255" y="371073"/>
                  </a:lnTo>
                  <a:lnTo>
                    <a:pt x="1069787" y="344389"/>
                  </a:lnTo>
                  <a:lnTo>
                    <a:pt x="1060540" y="315620"/>
                  </a:lnTo>
                  <a:lnTo>
                    <a:pt x="1057986" y="288187"/>
                  </a:lnTo>
                  <a:lnTo>
                    <a:pt x="1054351" y="262401"/>
                  </a:lnTo>
                  <a:lnTo>
                    <a:pt x="1042283" y="238108"/>
                  </a:lnTo>
                  <a:lnTo>
                    <a:pt x="1023676" y="218038"/>
                  </a:lnTo>
                  <a:lnTo>
                    <a:pt x="1000428" y="204925"/>
                  </a:lnTo>
                  <a:lnTo>
                    <a:pt x="975215" y="192115"/>
                  </a:lnTo>
                  <a:lnTo>
                    <a:pt x="951297" y="172838"/>
                  </a:lnTo>
                  <a:lnTo>
                    <a:pt x="931368" y="149699"/>
                  </a:lnTo>
                  <a:lnTo>
                    <a:pt x="918126" y="125304"/>
                  </a:lnTo>
                  <a:lnTo>
                    <a:pt x="905098" y="103437"/>
                  </a:lnTo>
                  <a:lnTo>
                    <a:pt x="885237" y="85748"/>
                  </a:lnTo>
                  <a:lnTo>
                    <a:pt x="861110" y="73909"/>
                  </a:lnTo>
                  <a:lnTo>
                    <a:pt x="836445" y="69785"/>
                  </a:lnTo>
                  <a:lnTo>
                    <a:pt x="827932" y="69785"/>
                  </a:lnTo>
                  <a:lnTo>
                    <a:pt x="800731" y="66510"/>
                  </a:lnTo>
                  <a:lnTo>
                    <a:pt x="800444" y="66510"/>
                  </a:lnTo>
                  <a:lnTo>
                    <a:pt x="771711" y="57303"/>
                  </a:lnTo>
                  <a:lnTo>
                    <a:pt x="751042" y="46528"/>
                  </a:lnTo>
                  <a:close/>
                </a:path>
                <a:path w="1129664" h="1094105">
                  <a:moveTo>
                    <a:pt x="657569" y="0"/>
                  </a:moveTo>
                  <a:lnTo>
                    <a:pt x="648514" y="428"/>
                  </a:lnTo>
                  <a:lnTo>
                    <a:pt x="639527" y="1760"/>
                  </a:lnTo>
                  <a:lnTo>
                    <a:pt x="631114" y="3922"/>
                  </a:lnTo>
                  <a:lnTo>
                    <a:pt x="623016" y="7033"/>
                  </a:lnTo>
                  <a:lnTo>
                    <a:pt x="610115" y="11799"/>
                  </a:lnTo>
                  <a:lnTo>
                    <a:pt x="595579" y="15240"/>
                  </a:lnTo>
                  <a:lnTo>
                    <a:pt x="580525" y="17263"/>
                  </a:lnTo>
                  <a:lnTo>
                    <a:pt x="564781" y="17948"/>
                  </a:lnTo>
                  <a:lnTo>
                    <a:pt x="714045" y="17948"/>
                  </a:lnTo>
                  <a:lnTo>
                    <a:pt x="710766" y="15240"/>
                  </a:lnTo>
                  <a:lnTo>
                    <a:pt x="694623" y="7033"/>
                  </a:lnTo>
                  <a:lnTo>
                    <a:pt x="694816" y="7033"/>
                  </a:lnTo>
                  <a:lnTo>
                    <a:pt x="676309" y="1760"/>
                  </a:lnTo>
                  <a:lnTo>
                    <a:pt x="657569" y="0"/>
                  </a:lnTo>
                  <a:close/>
                </a:path>
              </a:pathLst>
            </a:custGeom>
            <a:solidFill>
              <a:srgbClr val="2434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732369" y="537450"/>
              <a:ext cx="970280" cy="938530"/>
            </a:xfrm>
            <a:custGeom>
              <a:avLst/>
              <a:gdLst/>
              <a:ahLst/>
              <a:cxnLst/>
              <a:rect l="l" t="t" r="r" b="b"/>
              <a:pathLst>
                <a:path w="970280" h="938530">
                  <a:moveTo>
                    <a:pt x="484969" y="0"/>
                  </a:moveTo>
                  <a:lnTo>
                    <a:pt x="435388" y="2422"/>
                  </a:lnTo>
                  <a:lnTo>
                    <a:pt x="387238" y="9532"/>
                  </a:lnTo>
                  <a:lnTo>
                    <a:pt x="340763" y="21094"/>
                  </a:lnTo>
                  <a:lnTo>
                    <a:pt x="296207" y="36872"/>
                  </a:lnTo>
                  <a:lnTo>
                    <a:pt x="253814" y="56629"/>
                  </a:lnTo>
                  <a:lnTo>
                    <a:pt x="213829" y="80131"/>
                  </a:lnTo>
                  <a:lnTo>
                    <a:pt x="176493" y="107141"/>
                  </a:lnTo>
                  <a:lnTo>
                    <a:pt x="142053" y="137423"/>
                  </a:lnTo>
                  <a:lnTo>
                    <a:pt x="110751" y="170741"/>
                  </a:lnTo>
                  <a:lnTo>
                    <a:pt x="82831" y="206860"/>
                  </a:lnTo>
                  <a:lnTo>
                    <a:pt x="58538" y="245544"/>
                  </a:lnTo>
                  <a:lnTo>
                    <a:pt x="38114" y="286556"/>
                  </a:lnTo>
                  <a:lnTo>
                    <a:pt x="21805" y="329661"/>
                  </a:lnTo>
                  <a:lnTo>
                    <a:pt x="9853" y="374622"/>
                  </a:lnTo>
                  <a:lnTo>
                    <a:pt x="2504" y="421205"/>
                  </a:lnTo>
                  <a:lnTo>
                    <a:pt x="0" y="469173"/>
                  </a:lnTo>
                  <a:lnTo>
                    <a:pt x="2447" y="516066"/>
                  </a:lnTo>
                  <a:lnTo>
                    <a:pt x="9853" y="563735"/>
                  </a:lnTo>
                  <a:lnTo>
                    <a:pt x="21805" y="608702"/>
                  </a:lnTo>
                  <a:lnTo>
                    <a:pt x="38114" y="651811"/>
                  </a:lnTo>
                  <a:lnTo>
                    <a:pt x="58538" y="692826"/>
                  </a:lnTo>
                  <a:lnTo>
                    <a:pt x="82831" y="731512"/>
                  </a:lnTo>
                  <a:lnTo>
                    <a:pt x="110751" y="767633"/>
                  </a:lnTo>
                  <a:lnTo>
                    <a:pt x="142053" y="800953"/>
                  </a:lnTo>
                  <a:lnTo>
                    <a:pt x="176493" y="831237"/>
                  </a:lnTo>
                  <a:lnTo>
                    <a:pt x="213829" y="858247"/>
                  </a:lnTo>
                  <a:lnTo>
                    <a:pt x="253814" y="881749"/>
                  </a:lnTo>
                  <a:lnTo>
                    <a:pt x="296207" y="901507"/>
                  </a:lnTo>
                  <a:lnTo>
                    <a:pt x="340763" y="917285"/>
                  </a:lnTo>
                  <a:lnTo>
                    <a:pt x="387238" y="928847"/>
                  </a:lnTo>
                  <a:lnTo>
                    <a:pt x="435388" y="935957"/>
                  </a:lnTo>
                  <a:lnTo>
                    <a:pt x="484969" y="938380"/>
                  </a:lnTo>
                  <a:lnTo>
                    <a:pt x="534553" y="935957"/>
                  </a:lnTo>
                  <a:lnTo>
                    <a:pt x="582706" y="928847"/>
                  </a:lnTo>
                  <a:lnTo>
                    <a:pt x="584534" y="928392"/>
                  </a:lnTo>
                  <a:lnTo>
                    <a:pt x="484969" y="928392"/>
                  </a:lnTo>
                  <a:lnTo>
                    <a:pt x="436498" y="926017"/>
                  </a:lnTo>
                  <a:lnTo>
                    <a:pt x="389411" y="919048"/>
                  </a:lnTo>
                  <a:lnTo>
                    <a:pt x="343950" y="907716"/>
                  </a:lnTo>
                  <a:lnTo>
                    <a:pt x="300355" y="892254"/>
                  </a:lnTo>
                  <a:lnTo>
                    <a:pt x="258866" y="872894"/>
                  </a:lnTo>
                  <a:lnTo>
                    <a:pt x="219723" y="849869"/>
                  </a:lnTo>
                  <a:lnTo>
                    <a:pt x="183168" y="823412"/>
                  </a:lnTo>
                  <a:lnTo>
                    <a:pt x="149439" y="793754"/>
                  </a:lnTo>
                  <a:lnTo>
                    <a:pt x="118779" y="761129"/>
                  </a:lnTo>
                  <a:lnTo>
                    <a:pt x="91426" y="725768"/>
                  </a:lnTo>
                  <a:lnTo>
                    <a:pt x="67623" y="687903"/>
                  </a:lnTo>
                  <a:lnTo>
                    <a:pt x="47608" y="647769"/>
                  </a:lnTo>
                  <a:lnTo>
                    <a:pt x="31622" y="605596"/>
                  </a:lnTo>
                  <a:lnTo>
                    <a:pt x="19906" y="561618"/>
                  </a:lnTo>
                  <a:lnTo>
                    <a:pt x="12700" y="516066"/>
                  </a:lnTo>
                  <a:lnTo>
                    <a:pt x="10245" y="469173"/>
                  </a:lnTo>
                  <a:lnTo>
                    <a:pt x="12700" y="422286"/>
                  </a:lnTo>
                  <a:lnTo>
                    <a:pt x="19906" y="376738"/>
                  </a:lnTo>
                  <a:lnTo>
                    <a:pt x="31622" y="332762"/>
                  </a:lnTo>
                  <a:lnTo>
                    <a:pt x="47608" y="290590"/>
                  </a:lnTo>
                  <a:lnTo>
                    <a:pt x="67623" y="250455"/>
                  </a:lnTo>
                  <a:lnTo>
                    <a:pt x="91426" y="212591"/>
                  </a:lnTo>
                  <a:lnTo>
                    <a:pt x="118779" y="177228"/>
                  </a:lnTo>
                  <a:lnTo>
                    <a:pt x="149439" y="144601"/>
                  </a:lnTo>
                  <a:lnTo>
                    <a:pt x="183168" y="114940"/>
                  </a:lnTo>
                  <a:lnTo>
                    <a:pt x="219723" y="88480"/>
                  </a:lnTo>
                  <a:lnTo>
                    <a:pt x="258866" y="65453"/>
                  </a:lnTo>
                  <a:lnTo>
                    <a:pt x="300355" y="46091"/>
                  </a:lnTo>
                  <a:lnTo>
                    <a:pt x="343950" y="30626"/>
                  </a:lnTo>
                  <a:lnTo>
                    <a:pt x="389411" y="19292"/>
                  </a:lnTo>
                  <a:lnTo>
                    <a:pt x="436498" y="12321"/>
                  </a:lnTo>
                  <a:lnTo>
                    <a:pt x="484969" y="9946"/>
                  </a:lnTo>
                  <a:lnTo>
                    <a:pt x="584370" y="9946"/>
                  </a:lnTo>
                  <a:lnTo>
                    <a:pt x="582706" y="9532"/>
                  </a:lnTo>
                  <a:lnTo>
                    <a:pt x="534553" y="2422"/>
                  </a:lnTo>
                  <a:lnTo>
                    <a:pt x="484969" y="0"/>
                  </a:lnTo>
                  <a:close/>
                </a:path>
                <a:path w="970280" h="938530">
                  <a:moveTo>
                    <a:pt x="584370" y="9946"/>
                  </a:moveTo>
                  <a:lnTo>
                    <a:pt x="484969" y="9946"/>
                  </a:lnTo>
                  <a:lnTo>
                    <a:pt x="533443" y="12321"/>
                  </a:lnTo>
                  <a:lnTo>
                    <a:pt x="580531" y="19292"/>
                  </a:lnTo>
                  <a:lnTo>
                    <a:pt x="625991" y="30626"/>
                  </a:lnTo>
                  <a:lnTo>
                    <a:pt x="669586" y="46091"/>
                  </a:lnTo>
                  <a:lnTo>
                    <a:pt x="711073" y="65453"/>
                  </a:lnTo>
                  <a:lnTo>
                    <a:pt x="750212" y="88480"/>
                  </a:lnTo>
                  <a:lnTo>
                    <a:pt x="786765" y="114940"/>
                  </a:lnTo>
                  <a:lnTo>
                    <a:pt x="820490" y="144601"/>
                  </a:lnTo>
                  <a:lnTo>
                    <a:pt x="851146" y="177228"/>
                  </a:lnTo>
                  <a:lnTo>
                    <a:pt x="878495" y="212591"/>
                  </a:lnTo>
                  <a:lnTo>
                    <a:pt x="902295" y="250455"/>
                  </a:lnTo>
                  <a:lnTo>
                    <a:pt x="922307" y="290590"/>
                  </a:lnTo>
                  <a:lnTo>
                    <a:pt x="938289" y="332762"/>
                  </a:lnTo>
                  <a:lnTo>
                    <a:pt x="950003" y="376738"/>
                  </a:lnTo>
                  <a:lnTo>
                    <a:pt x="957207" y="422286"/>
                  </a:lnTo>
                  <a:lnTo>
                    <a:pt x="959662" y="469173"/>
                  </a:lnTo>
                  <a:lnTo>
                    <a:pt x="957207" y="516066"/>
                  </a:lnTo>
                  <a:lnTo>
                    <a:pt x="950003" y="561618"/>
                  </a:lnTo>
                  <a:lnTo>
                    <a:pt x="938289" y="605596"/>
                  </a:lnTo>
                  <a:lnTo>
                    <a:pt x="922307" y="647769"/>
                  </a:lnTo>
                  <a:lnTo>
                    <a:pt x="902295" y="687903"/>
                  </a:lnTo>
                  <a:lnTo>
                    <a:pt x="878495" y="725768"/>
                  </a:lnTo>
                  <a:lnTo>
                    <a:pt x="851146" y="761129"/>
                  </a:lnTo>
                  <a:lnTo>
                    <a:pt x="820490" y="793754"/>
                  </a:lnTo>
                  <a:lnTo>
                    <a:pt x="786765" y="823412"/>
                  </a:lnTo>
                  <a:lnTo>
                    <a:pt x="750212" y="849869"/>
                  </a:lnTo>
                  <a:lnTo>
                    <a:pt x="711073" y="872894"/>
                  </a:lnTo>
                  <a:lnTo>
                    <a:pt x="669586" y="892254"/>
                  </a:lnTo>
                  <a:lnTo>
                    <a:pt x="625991" y="907716"/>
                  </a:lnTo>
                  <a:lnTo>
                    <a:pt x="580531" y="919048"/>
                  </a:lnTo>
                  <a:lnTo>
                    <a:pt x="533443" y="926017"/>
                  </a:lnTo>
                  <a:lnTo>
                    <a:pt x="484969" y="928392"/>
                  </a:lnTo>
                  <a:lnTo>
                    <a:pt x="584534" y="928392"/>
                  </a:lnTo>
                  <a:lnTo>
                    <a:pt x="629183" y="917285"/>
                  </a:lnTo>
                  <a:lnTo>
                    <a:pt x="673740" y="901507"/>
                  </a:lnTo>
                  <a:lnTo>
                    <a:pt x="716134" y="881749"/>
                  </a:lnTo>
                  <a:lnTo>
                    <a:pt x="756122" y="858247"/>
                  </a:lnTo>
                  <a:lnTo>
                    <a:pt x="793458" y="831237"/>
                  </a:lnTo>
                  <a:lnTo>
                    <a:pt x="827899" y="800953"/>
                  </a:lnTo>
                  <a:lnTo>
                    <a:pt x="859202" y="767633"/>
                  </a:lnTo>
                  <a:lnTo>
                    <a:pt x="887122" y="731512"/>
                  </a:lnTo>
                  <a:lnTo>
                    <a:pt x="911416" y="692826"/>
                  </a:lnTo>
                  <a:lnTo>
                    <a:pt x="931839" y="651811"/>
                  </a:lnTo>
                  <a:lnTo>
                    <a:pt x="948149" y="608702"/>
                  </a:lnTo>
                  <a:lnTo>
                    <a:pt x="960101" y="563735"/>
                  </a:lnTo>
                  <a:lnTo>
                    <a:pt x="967450" y="517147"/>
                  </a:lnTo>
                  <a:lnTo>
                    <a:pt x="969954" y="469173"/>
                  </a:lnTo>
                  <a:lnTo>
                    <a:pt x="967507" y="422286"/>
                  </a:lnTo>
                  <a:lnTo>
                    <a:pt x="960101" y="374622"/>
                  </a:lnTo>
                  <a:lnTo>
                    <a:pt x="948149" y="329661"/>
                  </a:lnTo>
                  <a:lnTo>
                    <a:pt x="931839" y="286556"/>
                  </a:lnTo>
                  <a:lnTo>
                    <a:pt x="911416" y="245544"/>
                  </a:lnTo>
                  <a:lnTo>
                    <a:pt x="887122" y="206860"/>
                  </a:lnTo>
                  <a:lnTo>
                    <a:pt x="859202" y="170741"/>
                  </a:lnTo>
                  <a:lnTo>
                    <a:pt x="827899" y="137423"/>
                  </a:lnTo>
                  <a:lnTo>
                    <a:pt x="793458" y="107141"/>
                  </a:lnTo>
                  <a:lnTo>
                    <a:pt x="756122" y="80131"/>
                  </a:lnTo>
                  <a:lnTo>
                    <a:pt x="716134" y="56629"/>
                  </a:lnTo>
                  <a:lnTo>
                    <a:pt x="673740" y="36872"/>
                  </a:lnTo>
                  <a:lnTo>
                    <a:pt x="629183" y="21094"/>
                  </a:lnTo>
                  <a:lnTo>
                    <a:pt x="584370" y="9946"/>
                  </a:lnTo>
                  <a:close/>
                </a:path>
              </a:pathLst>
            </a:custGeom>
            <a:solidFill>
              <a:srgbClr val="6C6E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9" name="object 539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1155146" y="1261385"/>
              <a:ext cx="116136" cy="106852"/>
            </a:xfrm>
            <a:prstGeom prst="rect">
              <a:avLst/>
            </a:prstGeom>
          </p:spPr>
        </p:pic>
        <p:sp>
          <p:nvSpPr>
            <p:cNvPr id="540" name="object 540"/>
            <p:cNvSpPr/>
            <p:nvPr/>
          </p:nvSpPr>
          <p:spPr>
            <a:xfrm>
              <a:off x="974013" y="1246588"/>
              <a:ext cx="492759" cy="92075"/>
            </a:xfrm>
            <a:custGeom>
              <a:avLst/>
              <a:gdLst/>
              <a:ahLst/>
              <a:cxnLst/>
              <a:rect l="l" t="t" r="r" b="b"/>
              <a:pathLst>
                <a:path w="492759" h="92075">
                  <a:moveTo>
                    <a:pt x="60337" y="21234"/>
                  </a:moveTo>
                  <a:lnTo>
                    <a:pt x="38773" y="19215"/>
                  </a:lnTo>
                  <a:lnTo>
                    <a:pt x="30187" y="0"/>
                  </a:lnTo>
                  <a:lnTo>
                    <a:pt x="21577" y="19215"/>
                  </a:lnTo>
                  <a:lnTo>
                    <a:pt x="0" y="21234"/>
                  </a:lnTo>
                  <a:lnTo>
                    <a:pt x="16217" y="35090"/>
                  </a:lnTo>
                  <a:lnTo>
                    <a:pt x="11493" y="55575"/>
                  </a:lnTo>
                  <a:lnTo>
                    <a:pt x="30187" y="44856"/>
                  </a:lnTo>
                  <a:lnTo>
                    <a:pt x="48856" y="55575"/>
                  </a:lnTo>
                  <a:lnTo>
                    <a:pt x="44145" y="35090"/>
                  </a:lnTo>
                  <a:lnTo>
                    <a:pt x="60337" y="21234"/>
                  </a:lnTo>
                  <a:close/>
                </a:path>
                <a:path w="492759" h="92075">
                  <a:moveTo>
                    <a:pt x="160121" y="42468"/>
                  </a:moveTo>
                  <a:lnTo>
                    <a:pt x="129082" y="39662"/>
                  </a:lnTo>
                  <a:lnTo>
                    <a:pt x="116738" y="11988"/>
                  </a:lnTo>
                  <a:lnTo>
                    <a:pt x="104355" y="39662"/>
                  </a:lnTo>
                  <a:lnTo>
                    <a:pt x="73367" y="42468"/>
                  </a:lnTo>
                  <a:lnTo>
                    <a:pt x="96685" y="62407"/>
                  </a:lnTo>
                  <a:lnTo>
                    <a:pt x="89928" y="91846"/>
                  </a:lnTo>
                  <a:lnTo>
                    <a:pt x="116738" y="76504"/>
                  </a:lnTo>
                  <a:lnTo>
                    <a:pt x="143560" y="91846"/>
                  </a:lnTo>
                  <a:lnTo>
                    <a:pt x="136715" y="62407"/>
                  </a:lnTo>
                  <a:lnTo>
                    <a:pt x="160121" y="42468"/>
                  </a:lnTo>
                  <a:close/>
                </a:path>
                <a:path w="492759" h="92075">
                  <a:moveTo>
                    <a:pt x="413169" y="42468"/>
                  </a:moveTo>
                  <a:lnTo>
                    <a:pt x="382143" y="39662"/>
                  </a:lnTo>
                  <a:lnTo>
                    <a:pt x="369798" y="11988"/>
                  </a:lnTo>
                  <a:lnTo>
                    <a:pt x="357403" y="39662"/>
                  </a:lnTo>
                  <a:lnTo>
                    <a:pt x="326377" y="42468"/>
                  </a:lnTo>
                  <a:lnTo>
                    <a:pt x="349732" y="62407"/>
                  </a:lnTo>
                  <a:lnTo>
                    <a:pt x="342988" y="91846"/>
                  </a:lnTo>
                  <a:lnTo>
                    <a:pt x="369798" y="76504"/>
                  </a:lnTo>
                  <a:lnTo>
                    <a:pt x="396570" y="91846"/>
                  </a:lnTo>
                  <a:lnTo>
                    <a:pt x="389737" y="62407"/>
                  </a:lnTo>
                  <a:lnTo>
                    <a:pt x="413169" y="42468"/>
                  </a:lnTo>
                  <a:close/>
                </a:path>
                <a:path w="492759" h="92075">
                  <a:moveTo>
                    <a:pt x="492366" y="21234"/>
                  </a:moveTo>
                  <a:lnTo>
                    <a:pt x="470750" y="19215"/>
                  </a:lnTo>
                  <a:lnTo>
                    <a:pt x="462140" y="0"/>
                  </a:lnTo>
                  <a:lnTo>
                    <a:pt x="453593" y="19215"/>
                  </a:lnTo>
                  <a:lnTo>
                    <a:pt x="431990" y="21234"/>
                  </a:lnTo>
                  <a:lnTo>
                    <a:pt x="448233" y="35090"/>
                  </a:lnTo>
                  <a:lnTo>
                    <a:pt x="443509" y="55575"/>
                  </a:lnTo>
                  <a:lnTo>
                    <a:pt x="462140" y="44856"/>
                  </a:lnTo>
                  <a:lnTo>
                    <a:pt x="480809" y="55575"/>
                  </a:lnTo>
                  <a:lnTo>
                    <a:pt x="476072" y="35090"/>
                  </a:lnTo>
                  <a:lnTo>
                    <a:pt x="492366" y="21234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1" name="object 541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1155146" y="610693"/>
              <a:ext cx="116136" cy="106818"/>
            </a:xfrm>
            <a:prstGeom prst="rect">
              <a:avLst/>
            </a:prstGeom>
          </p:spPr>
        </p:pic>
        <p:sp>
          <p:nvSpPr>
            <p:cNvPr id="542" name="object 542"/>
            <p:cNvSpPr/>
            <p:nvPr/>
          </p:nvSpPr>
          <p:spPr>
            <a:xfrm>
              <a:off x="974013" y="640429"/>
              <a:ext cx="492759" cy="91440"/>
            </a:xfrm>
            <a:custGeom>
              <a:avLst/>
              <a:gdLst/>
              <a:ahLst/>
              <a:cxnLst/>
              <a:rect l="l" t="t" r="r" b="b"/>
              <a:pathLst>
                <a:path w="492759" h="91440">
                  <a:moveTo>
                    <a:pt x="60337" y="56603"/>
                  </a:moveTo>
                  <a:lnTo>
                    <a:pt x="38773" y="54610"/>
                  </a:lnTo>
                  <a:lnTo>
                    <a:pt x="30187" y="35394"/>
                  </a:lnTo>
                  <a:lnTo>
                    <a:pt x="21577" y="54610"/>
                  </a:lnTo>
                  <a:lnTo>
                    <a:pt x="0" y="56603"/>
                  </a:lnTo>
                  <a:lnTo>
                    <a:pt x="16217" y="70485"/>
                  </a:lnTo>
                  <a:lnTo>
                    <a:pt x="11493" y="90906"/>
                  </a:lnTo>
                  <a:lnTo>
                    <a:pt x="30187" y="80238"/>
                  </a:lnTo>
                  <a:lnTo>
                    <a:pt x="48856" y="90906"/>
                  </a:lnTo>
                  <a:lnTo>
                    <a:pt x="44145" y="70485"/>
                  </a:lnTo>
                  <a:lnTo>
                    <a:pt x="60337" y="56603"/>
                  </a:lnTo>
                  <a:close/>
                </a:path>
                <a:path w="492759" h="91440">
                  <a:moveTo>
                    <a:pt x="160121" y="30480"/>
                  </a:moveTo>
                  <a:lnTo>
                    <a:pt x="129082" y="27673"/>
                  </a:lnTo>
                  <a:lnTo>
                    <a:pt x="116738" y="0"/>
                  </a:lnTo>
                  <a:lnTo>
                    <a:pt x="104355" y="27673"/>
                  </a:lnTo>
                  <a:lnTo>
                    <a:pt x="73367" y="30480"/>
                  </a:lnTo>
                  <a:lnTo>
                    <a:pt x="96685" y="50406"/>
                  </a:lnTo>
                  <a:lnTo>
                    <a:pt x="89928" y="79819"/>
                  </a:lnTo>
                  <a:lnTo>
                    <a:pt x="116738" y="64477"/>
                  </a:lnTo>
                  <a:lnTo>
                    <a:pt x="143560" y="79819"/>
                  </a:lnTo>
                  <a:lnTo>
                    <a:pt x="136715" y="50406"/>
                  </a:lnTo>
                  <a:lnTo>
                    <a:pt x="160121" y="30480"/>
                  </a:lnTo>
                  <a:close/>
                </a:path>
                <a:path w="492759" h="91440">
                  <a:moveTo>
                    <a:pt x="413169" y="30480"/>
                  </a:moveTo>
                  <a:lnTo>
                    <a:pt x="382143" y="27673"/>
                  </a:lnTo>
                  <a:lnTo>
                    <a:pt x="369798" y="0"/>
                  </a:lnTo>
                  <a:lnTo>
                    <a:pt x="357403" y="27673"/>
                  </a:lnTo>
                  <a:lnTo>
                    <a:pt x="326377" y="30480"/>
                  </a:lnTo>
                  <a:lnTo>
                    <a:pt x="349732" y="50406"/>
                  </a:lnTo>
                  <a:lnTo>
                    <a:pt x="342988" y="79819"/>
                  </a:lnTo>
                  <a:lnTo>
                    <a:pt x="369798" y="64477"/>
                  </a:lnTo>
                  <a:lnTo>
                    <a:pt x="396570" y="79819"/>
                  </a:lnTo>
                  <a:lnTo>
                    <a:pt x="389737" y="50406"/>
                  </a:lnTo>
                  <a:lnTo>
                    <a:pt x="413169" y="30480"/>
                  </a:lnTo>
                  <a:close/>
                </a:path>
                <a:path w="492759" h="91440">
                  <a:moveTo>
                    <a:pt x="492366" y="56603"/>
                  </a:moveTo>
                  <a:lnTo>
                    <a:pt x="470750" y="54610"/>
                  </a:lnTo>
                  <a:lnTo>
                    <a:pt x="462140" y="35394"/>
                  </a:lnTo>
                  <a:lnTo>
                    <a:pt x="453593" y="54610"/>
                  </a:lnTo>
                  <a:lnTo>
                    <a:pt x="431990" y="56603"/>
                  </a:lnTo>
                  <a:lnTo>
                    <a:pt x="448233" y="70485"/>
                  </a:lnTo>
                  <a:lnTo>
                    <a:pt x="443509" y="90906"/>
                  </a:lnTo>
                  <a:lnTo>
                    <a:pt x="462140" y="80238"/>
                  </a:lnTo>
                  <a:lnTo>
                    <a:pt x="480809" y="90906"/>
                  </a:lnTo>
                  <a:lnTo>
                    <a:pt x="476072" y="70485"/>
                  </a:lnTo>
                  <a:lnTo>
                    <a:pt x="492366" y="56603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2488615" y="5605318"/>
              <a:ext cx="2153920" cy="11430"/>
            </a:xfrm>
            <a:custGeom>
              <a:avLst/>
              <a:gdLst/>
              <a:ahLst/>
              <a:cxnLst/>
              <a:rect l="l" t="t" r="r" b="b"/>
              <a:pathLst>
                <a:path w="2153920" h="11429">
                  <a:moveTo>
                    <a:pt x="2153439" y="0"/>
                  </a:moveTo>
                  <a:lnTo>
                    <a:pt x="0" y="0"/>
                  </a:lnTo>
                  <a:lnTo>
                    <a:pt x="0" y="11073"/>
                  </a:lnTo>
                  <a:lnTo>
                    <a:pt x="2153439" y="11073"/>
                  </a:lnTo>
                  <a:lnTo>
                    <a:pt x="2153439" y="0"/>
                  </a:lnTo>
                  <a:close/>
                </a:path>
              </a:pathLst>
            </a:custGeom>
            <a:solidFill>
              <a:srgbClr val="6C6E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5930704" y="5608594"/>
              <a:ext cx="2153920" cy="11430"/>
            </a:xfrm>
            <a:custGeom>
              <a:avLst/>
              <a:gdLst/>
              <a:ahLst/>
              <a:cxnLst/>
              <a:rect l="l" t="t" r="r" b="b"/>
              <a:pathLst>
                <a:path w="2153920" h="11429">
                  <a:moveTo>
                    <a:pt x="2153462" y="0"/>
                  </a:moveTo>
                  <a:lnTo>
                    <a:pt x="0" y="0"/>
                  </a:lnTo>
                  <a:lnTo>
                    <a:pt x="0" y="11074"/>
                  </a:lnTo>
                  <a:lnTo>
                    <a:pt x="2153462" y="11074"/>
                  </a:lnTo>
                  <a:lnTo>
                    <a:pt x="2153462" y="0"/>
                  </a:lnTo>
                  <a:close/>
                </a:path>
              </a:pathLst>
            </a:custGeom>
            <a:solidFill>
              <a:srgbClr val="404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5" name="object 545"/>
          <p:cNvSpPr txBox="1"/>
          <p:nvPr/>
        </p:nvSpPr>
        <p:spPr>
          <a:xfrm>
            <a:off x="2665210" y="5648381"/>
            <a:ext cx="1773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solidFill>
                  <a:srgbClr val="58595B"/>
                </a:solidFill>
                <a:latin typeface="Lucida Sans Unicode"/>
                <a:cs typeface="Lucida Sans Unicode"/>
              </a:rPr>
              <a:t>GYN</a:t>
            </a:r>
            <a:r>
              <a:rPr sz="1200" spc="35" dirty="0">
                <a:solidFill>
                  <a:srgbClr val="58595B"/>
                </a:solidFill>
                <a:latin typeface="Lucida Sans Unicode"/>
                <a:cs typeface="Lucida Sans Unicode"/>
              </a:rPr>
              <a:t> </a:t>
            </a:r>
            <a:r>
              <a:rPr sz="1200" spc="130" dirty="0">
                <a:solidFill>
                  <a:srgbClr val="58595B"/>
                </a:solidFill>
                <a:latin typeface="Lucida Sans Unicode"/>
                <a:cs typeface="Lucida Sans Unicode"/>
              </a:rPr>
              <a:t>CURSOS</a:t>
            </a:r>
            <a:r>
              <a:rPr sz="1200" spc="40" dirty="0">
                <a:solidFill>
                  <a:srgbClr val="58595B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58595B"/>
                </a:solidFill>
                <a:latin typeface="Lucida Sans Unicode"/>
                <a:cs typeface="Lucida Sans Unicode"/>
              </a:rPr>
              <a:t>ONLINE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546" name="object 546"/>
          <p:cNvGrpSpPr/>
          <p:nvPr/>
        </p:nvGrpSpPr>
        <p:grpSpPr>
          <a:xfrm>
            <a:off x="941345" y="741675"/>
            <a:ext cx="539115" cy="521334"/>
            <a:chOff x="941345" y="741675"/>
            <a:chExt cx="539115" cy="521334"/>
          </a:xfrm>
        </p:grpSpPr>
        <p:sp>
          <p:nvSpPr>
            <p:cNvPr id="547" name="object 547"/>
            <p:cNvSpPr/>
            <p:nvPr/>
          </p:nvSpPr>
          <p:spPr>
            <a:xfrm>
              <a:off x="1246822" y="1203560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69">
                  <a:moveTo>
                    <a:pt x="444" y="279"/>
                  </a:moveTo>
                  <a:lnTo>
                    <a:pt x="254" y="558"/>
                  </a:lnTo>
                  <a:lnTo>
                    <a:pt x="0" y="1079"/>
                  </a:lnTo>
                  <a:lnTo>
                    <a:pt x="431" y="355"/>
                  </a:lnTo>
                  <a:close/>
                </a:path>
                <a:path w="634" h="1269">
                  <a:moveTo>
                    <a:pt x="508" y="177"/>
                  </a:moveTo>
                  <a:close/>
                </a:path>
                <a:path w="634" h="1269">
                  <a:moveTo>
                    <a:pt x="596" y="0"/>
                  </a:moveTo>
                  <a:lnTo>
                    <a:pt x="520" y="152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4040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941336" y="741686"/>
              <a:ext cx="539115" cy="521334"/>
            </a:xfrm>
            <a:custGeom>
              <a:avLst/>
              <a:gdLst/>
              <a:ahLst/>
              <a:cxnLst/>
              <a:rect l="l" t="t" r="r" b="b"/>
              <a:pathLst>
                <a:path w="539115" h="521334">
                  <a:moveTo>
                    <a:pt x="251320" y="276720"/>
                  </a:moveTo>
                  <a:lnTo>
                    <a:pt x="0" y="143357"/>
                  </a:lnTo>
                  <a:lnTo>
                    <a:pt x="0" y="403783"/>
                  </a:lnTo>
                  <a:lnTo>
                    <a:pt x="250926" y="521042"/>
                  </a:lnTo>
                  <a:lnTo>
                    <a:pt x="251320" y="276720"/>
                  </a:lnTo>
                  <a:close/>
                </a:path>
                <a:path w="539115" h="521334">
                  <a:moveTo>
                    <a:pt x="516521" y="123393"/>
                  </a:moveTo>
                  <a:lnTo>
                    <a:pt x="269379" y="0"/>
                  </a:lnTo>
                  <a:lnTo>
                    <a:pt x="20053" y="123393"/>
                  </a:lnTo>
                  <a:lnTo>
                    <a:pt x="269379" y="251548"/>
                  </a:lnTo>
                  <a:lnTo>
                    <a:pt x="516521" y="123393"/>
                  </a:lnTo>
                  <a:close/>
                </a:path>
                <a:path w="539115" h="521334">
                  <a:moveTo>
                    <a:pt x="538683" y="143357"/>
                  </a:moveTo>
                  <a:lnTo>
                    <a:pt x="287362" y="276720"/>
                  </a:lnTo>
                  <a:lnTo>
                    <a:pt x="287756" y="521042"/>
                  </a:lnTo>
                  <a:lnTo>
                    <a:pt x="538683" y="403783"/>
                  </a:lnTo>
                  <a:lnTo>
                    <a:pt x="538683" y="143357"/>
                  </a:lnTo>
                  <a:close/>
                </a:path>
              </a:pathLst>
            </a:custGeom>
            <a:solidFill>
              <a:srgbClr val="A86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9" name="object 549"/>
          <p:cNvSpPr txBox="1"/>
          <p:nvPr/>
        </p:nvSpPr>
        <p:spPr>
          <a:xfrm>
            <a:off x="968415" y="930162"/>
            <a:ext cx="470534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1750" spc="3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123088" y="726716"/>
            <a:ext cx="176530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5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2815070" y="5953105"/>
            <a:ext cx="1586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8595B"/>
                </a:solidFill>
                <a:latin typeface="Arial"/>
                <a:cs typeface="Arial"/>
              </a:rPr>
              <a:t>gyncursos.com.br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2" name="object 5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5" dirty="0"/>
              <a:t>Certificamos</a:t>
            </a:r>
            <a:r>
              <a:rPr spc="-250" dirty="0"/>
              <a:t> </a:t>
            </a:r>
            <a:r>
              <a:rPr spc="-70" dirty="0"/>
              <a:t>que</a:t>
            </a:r>
            <a:r>
              <a:rPr spc="-250" dirty="0"/>
              <a:t> </a:t>
            </a:r>
            <a:r>
              <a:rPr dirty="0"/>
              <a:t>o</a:t>
            </a:r>
            <a:r>
              <a:rPr spc="-245" dirty="0"/>
              <a:t> </a:t>
            </a:r>
            <a:r>
              <a:rPr spc="-75" dirty="0"/>
              <a:t>aluno:</a:t>
            </a:r>
          </a:p>
        </p:txBody>
      </p:sp>
      <p:sp>
        <p:nvSpPr>
          <p:cNvPr id="553" name="object 553"/>
          <p:cNvSpPr txBox="1"/>
          <p:nvPr/>
        </p:nvSpPr>
        <p:spPr>
          <a:xfrm>
            <a:off x="477605" y="7019066"/>
            <a:ext cx="5636260" cy="3695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Certificado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0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Curso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Online</a:t>
            </a:r>
            <a:r>
              <a:rPr sz="10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Livre,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emitido</a:t>
            </a:r>
            <a:r>
              <a:rPr sz="10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conformidade</a:t>
            </a:r>
            <a:r>
              <a:rPr sz="10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0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Decreto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Federal</a:t>
            </a:r>
            <a:r>
              <a:rPr sz="10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Nº</a:t>
            </a:r>
            <a:r>
              <a:rPr sz="10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5.154/04</a:t>
            </a:r>
            <a:endParaRPr sz="1000">
              <a:latin typeface="Arial MT"/>
              <a:cs typeface="Arial MT"/>
            </a:endParaRPr>
          </a:p>
          <a:p>
            <a:pPr marL="29845">
              <a:lnSpc>
                <a:spcPct val="100000"/>
              </a:lnSpc>
              <a:spcBef>
                <a:spcPts val="114"/>
              </a:spcBef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VÁLIDO</a:t>
            </a:r>
            <a:r>
              <a:rPr sz="10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10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TODO</a:t>
            </a:r>
            <a:r>
              <a:rPr sz="10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TERRITÓRIO</a:t>
            </a:r>
            <a:r>
              <a:rPr sz="10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NACIONAL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4" name="object 554"/>
          <p:cNvSpPr txBox="1"/>
          <p:nvPr/>
        </p:nvSpPr>
        <p:spPr>
          <a:xfrm>
            <a:off x="8885942" y="6041093"/>
            <a:ext cx="145288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dirty="0">
                <a:solidFill>
                  <a:srgbClr val="FFFFFF"/>
                </a:solidFill>
                <a:latin typeface="Arial"/>
                <a:cs typeface="Arial"/>
              </a:rPr>
              <a:t>CÓDIGO</a:t>
            </a:r>
            <a:r>
              <a:rPr sz="9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Arial"/>
                <a:cs typeface="Arial"/>
              </a:rPr>
              <a:t>VALIDAÇÃO</a:t>
            </a:r>
            <a:endParaRPr sz="950">
              <a:latin typeface="Arial"/>
              <a:cs typeface="Arial"/>
            </a:endParaRPr>
          </a:p>
        </p:txBody>
      </p:sp>
      <p:sp>
        <p:nvSpPr>
          <p:cNvPr id="555" name="object 555"/>
          <p:cNvSpPr txBox="1"/>
          <p:nvPr/>
        </p:nvSpPr>
        <p:spPr>
          <a:xfrm>
            <a:off x="6687511" y="7120411"/>
            <a:ext cx="3639820" cy="29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045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Professor / Empregador verifique a autenticidade deste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certificado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45"/>
              </a:lnSpc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fazendo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 leitura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do QR CODE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acima</a:t>
            </a:r>
            <a:endParaRPr sz="900">
              <a:latin typeface="Arial"/>
              <a:cs typeface="Arial"/>
            </a:endParaRPr>
          </a:p>
        </p:txBody>
      </p:sp>
      <p:sp>
        <p:nvSpPr>
          <p:cNvPr id="556" name="object 556"/>
          <p:cNvSpPr txBox="1"/>
          <p:nvPr/>
        </p:nvSpPr>
        <p:spPr>
          <a:xfrm>
            <a:off x="2729045" y="5833201"/>
            <a:ext cx="1679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CNPJ</a:t>
            </a:r>
            <a:r>
              <a:rPr sz="1100" spc="-30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32.970.217/0001-</a:t>
            </a:r>
            <a:r>
              <a:rPr sz="1100" spc="-25" dirty="0">
                <a:solidFill>
                  <a:srgbClr val="58595B"/>
                </a:solidFill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57" name="object 557"/>
          <p:cNvGrpSpPr/>
          <p:nvPr/>
        </p:nvGrpSpPr>
        <p:grpSpPr>
          <a:xfrm>
            <a:off x="2548098" y="5054194"/>
            <a:ext cx="7485380" cy="2038350"/>
            <a:chOff x="2548098" y="5054194"/>
            <a:chExt cx="7485380" cy="2038350"/>
          </a:xfrm>
        </p:grpSpPr>
        <p:pic>
          <p:nvPicPr>
            <p:cNvPr id="558" name="object 558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2548098" y="5054194"/>
              <a:ext cx="1828486" cy="859373"/>
            </a:xfrm>
            <a:prstGeom prst="rect">
              <a:avLst/>
            </a:prstGeom>
          </p:spPr>
        </p:pic>
        <p:sp>
          <p:nvSpPr>
            <p:cNvPr id="559" name="object 559"/>
            <p:cNvSpPr/>
            <p:nvPr/>
          </p:nvSpPr>
          <p:spPr>
            <a:xfrm>
              <a:off x="9133199" y="6192000"/>
              <a:ext cx="900430" cy="900430"/>
            </a:xfrm>
            <a:custGeom>
              <a:avLst/>
              <a:gdLst/>
              <a:ahLst/>
              <a:cxnLst/>
              <a:rect l="l" t="t" r="r" b="b"/>
              <a:pathLst>
                <a:path w="900429" h="900429">
                  <a:moveTo>
                    <a:pt x="899999" y="0"/>
                  </a:moveTo>
                  <a:lnTo>
                    <a:pt x="0" y="0"/>
                  </a:lnTo>
                  <a:lnTo>
                    <a:pt x="0" y="899999"/>
                  </a:lnTo>
                  <a:lnTo>
                    <a:pt x="899999" y="899999"/>
                  </a:lnTo>
                  <a:lnTo>
                    <a:pt x="89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9150845" y="6209646"/>
              <a:ext cx="864869" cy="229870"/>
            </a:xfrm>
            <a:custGeom>
              <a:avLst/>
              <a:gdLst/>
              <a:ahLst/>
              <a:cxnLst/>
              <a:rect l="l" t="t" r="r" b="b"/>
              <a:pathLst>
                <a:path w="864870" h="229870">
                  <a:moveTo>
                    <a:pt x="123532" y="141185"/>
                  </a:moveTo>
                  <a:lnTo>
                    <a:pt x="105879" y="141185"/>
                  </a:lnTo>
                  <a:lnTo>
                    <a:pt x="105879" y="158826"/>
                  </a:lnTo>
                  <a:lnTo>
                    <a:pt x="123532" y="158826"/>
                  </a:lnTo>
                  <a:lnTo>
                    <a:pt x="123532" y="141185"/>
                  </a:lnTo>
                  <a:close/>
                </a:path>
                <a:path w="864870" h="229870">
                  <a:moveTo>
                    <a:pt x="158826" y="176479"/>
                  </a:moveTo>
                  <a:lnTo>
                    <a:pt x="141173" y="176479"/>
                  </a:lnTo>
                  <a:lnTo>
                    <a:pt x="123532" y="176479"/>
                  </a:lnTo>
                  <a:lnTo>
                    <a:pt x="105879" y="176479"/>
                  </a:lnTo>
                  <a:lnTo>
                    <a:pt x="105879" y="158826"/>
                  </a:lnTo>
                  <a:lnTo>
                    <a:pt x="88226" y="158826"/>
                  </a:lnTo>
                  <a:lnTo>
                    <a:pt x="88226" y="141185"/>
                  </a:lnTo>
                  <a:lnTo>
                    <a:pt x="70586" y="141185"/>
                  </a:lnTo>
                  <a:lnTo>
                    <a:pt x="52933" y="141185"/>
                  </a:lnTo>
                  <a:lnTo>
                    <a:pt x="35293" y="141185"/>
                  </a:lnTo>
                  <a:lnTo>
                    <a:pt x="35293" y="158826"/>
                  </a:lnTo>
                  <a:lnTo>
                    <a:pt x="17640" y="158826"/>
                  </a:lnTo>
                  <a:lnTo>
                    <a:pt x="0" y="158826"/>
                  </a:lnTo>
                  <a:lnTo>
                    <a:pt x="0" y="194119"/>
                  </a:lnTo>
                  <a:lnTo>
                    <a:pt x="17640" y="194119"/>
                  </a:lnTo>
                  <a:lnTo>
                    <a:pt x="35293" y="194119"/>
                  </a:lnTo>
                  <a:lnTo>
                    <a:pt x="35293" y="176479"/>
                  </a:lnTo>
                  <a:lnTo>
                    <a:pt x="52933" y="176479"/>
                  </a:lnTo>
                  <a:lnTo>
                    <a:pt x="70586" y="176479"/>
                  </a:lnTo>
                  <a:lnTo>
                    <a:pt x="70586" y="194119"/>
                  </a:lnTo>
                  <a:lnTo>
                    <a:pt x="158826" y="194119"/>
                  </a:lnTo>
                  <a:lnTo>
                    <a:pt x="158826" y="176479"/>
                  </a:lnTo>
                  <a:close/>
                </a:path>
                <a:path w="864870" h="229870">
                  <a:moveTo>
                    <a:pt x="158826" y="0"/>
                  </a:moveTo>
                  <a:lnTo>
                    <a:pt x="141173" y="0"/>
                  </a:lnTo>
                  <a:lnTo>
                    <a:pt x="141173" y="52946"/>
                  </a:lnTo>
                  <a:lnTo>
                    <a:pt x="158826" y="52946"/>
                  </a:lnTo>
                  <a:lnTo>
                    <a:pt x="158826" y="0"/>
                  </a:lnTo>
                  <a:close/>
                </a:path>
                <a:path w="864870" h="229870">
                  <a:moveTo>
                    <a:pt x="194119" y="88239"/>
                  </a:moveTo>
                  <a:lnTo>
                    <a:pt x="176466" y="88239"/>
                  </a:lnTo>
                  <a:lnTo>
                    <a:pt x="158826" y="88239"/>
                  </a:lnTo>
                  <a:lnTo>
                    <a:pt x="141173" y="88239"/>
                  </a:lnTo>
                  <a:lnTo>
                    <a:pt x="141173" y="158826"/>
                  </a:lnTo>
                  <a:lnTo>
                    <a:pt x="158826" y="158826"/>
                  </a:lnTo>
                  <a:lnTo>
                    <a:pt x="158826" y="176479"/>
                  </a:lnTo>
                  <a:lnTo>
                    <a:pt x="176466" y="176479"/>
                  </a:lnTo>
                  <a:lnTo>
                    <a:pt x="194119" y="176479"/>
                  </a:lnTo>
                  <a:lnTo>
                    <a:pt x="194119" y="141185"/>
                  </a:lnTo>
                  <a:lnTo>
                    <a:pt x="176466" y="141185"/>
                  </a:lnTo>
                  <a:lnTo>
                    <a:pt x="176466" y="123532"/>
                  </a:lnTo>
                  <a:lnTo>
                    <a:pt x="158826" y="123532"/>
                  </a:lnTo>
                  <a:lnTo>
                    <a:pt x="158826" y="105892"/>
                  </a:lnTo>
                  <a:lnTo>
                    <a:pt x="176466" y="105892"/>
                  </a:lnTo>
                  <a:lnTo>
                    <a:pt x="176466" y="123532"/>
                  </a:lnTo>
                  <a:lnTo>
                    <a:pt x="194119" y="123532"/>
                  </a:lnTo>
                  <a:lnTo>
                    <a:pt x="194119" y="88239"/>
                  </a:lnTo>
                  <a:close/>
                </a:path>
                <a:path w="864870" h="229870">
                  <a:moveTo>
                    <a:pt x="211759" y="52946"/>
                  </a:moveTo>
                  <a:lnTo>
                    <a:pt x="194119" y="52946"/>
                  </a:lnTo>
                  <a:lnTo>
                    <a:pt x="194119" y="88239"/>
                  </a:lnTo>
                  <a:lnTo>
                    <a:pt x="211759" y="88239"/>
                  </a:lnTo>
                  <a:lnTo>
                    <a:pt x="211759" y="52946"/>
                  </a:lnTo>
                  <a:close/>
                </a:path>
                <a:path w="864870" h="229870">
                  <a:moveTo>
                    <a:pt x="264706" y="70599"/>
                  </a:moveTo>
                  <a:lnTo>
                    <a:pt x="247053" y="70599"/>
                  </a:lnTo>
                  <a:lnTo>
                    <a:pt x="247053" y="88239"/>
                  </a:lnTo>
                  <a:lnTo>
                    <a:pt x="229400" y="88239"/>
                  </a:lnTo>
                  <a:lnTo>
                    <a:pt x="211759" y="88239"/>
                  </a:lnTo>
                  <a:lnTo>
                    <a:pt x="211759" y="123532"/>
                  </a:lnTo>
                  <a:lnTo>
                    <a:pt x="229400" y="123532"/>
                  </a:lnTo>
                  <a:lnTo>
                    <a:pt x="229400" y="105892"/>
                  </a:lnTo>
                  <a:lnTo>
                    <a:pt x="247053" y="105892"/>
                  </a:lnTo>
                  <a:lnTo>
                    <a:pt x="247053" y="123532"/>
                  </a:lnTo>
                  <a:lnTo>
                    <a:pt x="264706" y="123532"/>
                  </a:lnTo>
                  <a:lnTo>
                    <a:pt x="264706" y="70599"/>
                  </a:lnTo>
                  <a:close/>
                </a:path>
                <a:path w="864870" h="229870">
                  <a:moveTo>
                    <a:pt x="264706" y="17653"/>
                  </a:moveTo>
                  <a:lnTo>
                    <a:pt x="247053" y="17653"/>
                  </a:lnTo>
                  <a:lnTo>
                    <a:pt x="229400" y="17653"/>
                  </a:lnTo>
                  <a:lnTo>
                    <a:pt x="229400" y="0"/>
                  </a:lnTo>
                  <a:lnTo>
                    <a:pt x="211759" y="0"/>
                  </a:lnTo>
                  <a:lnTo>
                    <a:pt x="194119" y="0"/>
                  </a:lnTo>
                  <a:lnTo>
                    <a:pt x="194119" y="17653"/>
                  </a:lnTo>
                  <a:lnTo>
                    <a:pt x="176466" y="17653"/>
                  </a:lnTo>
                  <a:lnTo>
                    <a:pt x="176466" y="52946"/>
                  </a:lnTo>
                  <a:lnTo>
                    <a:pt x="194119" y="52946"/>
                  </a:lnTo>
                  <a:lnTo>
                    <a:pt x="194119" y="35306"/>
                  </a:lnTo>
                  <a:lnTo>
                    <a:pt x="211759" y="35306"/>
                  </a:lnTo>
                  <a:lnTo>
                    <a:pt x="229400" y="35306"/>
                  </a:lnTo>
                  <a:lnTo>
                    <a:pt x="247053" y="35306"/>
                  </a:lnTo>
                  <a:lnTo>
                    <a:pt x="247053" y="52946"/>
                  </a:lnTo>
                  <a:lnTo>
                    <a:pt x="264706" y="52946"/>
                  </a:lnTo>
                  <a:lnTo>
                    <a:pt x="264706" y="17653"/>
                  </a:lnTo>
                  <a:close/>
                </a:path>
                <a:path w="864870" h="229870">
                  <a:moveTo>
                    <a:pt x="299999" y="176479"/>
                  </a:moveTo>
                  <a:lnTo>
                    <a:pt x="282346" y="176479"/>
                  </a:lnTo>
                  <a:lnTo>
                    <a:pt x="282346" y="194119"/>
                  </a:lnTo>
                  <a:lnTo>
                    <a:pt x="299999" y="194119"/>
                  </a:lnTo>
                  <a:lnTo>
                    <a:pt x="299999" y="176479"/>
                  </a:lnTo>
                  <a:close/>
                </a:path>
                <a:path w="864870" h="229870">
                  <a:moveTo>
                    <a:pt x="299999" y="141185"/>
                  </a:moveTo>
                  <a:lnTo>
                    <a:pt x="282346" y="141185"/>
                  </a:lnTo>
                  <a:lnTo>
                    <a:pt x="264706" y="141185"/>
                  </a:lnTo>
                  <a:lnTo>
                    <a:pt x="264706" y="158826"/>
                  </a:lnTo>
                  <a:lnTo>
                    <a:pt x="247053" y="158826"/>
                  </a:lnTo>
                  <a:lnTo>
                    <a:pt x="247053" y="176479"/>
                  </a:lnTo>
                  <a:lnTo>
                    <a:pt x="229400" y="176479"/>
                  </a:lnTo>
                  <a:lnTo>
                    <a:pt x="229400" y="158826"/>
                  </a:lnTo>
                  <a:lnTo>
                    <a:pt x="211759" y="158826"/>
                  </a:lnTo>
                  <a:lnTo>
                    <a:pt x="211759" y="211772"/>
                  </a:lnTo>
                  <a:lnTo>
                    <a:pt x="229400" y="211772"/>
                  </a:lnTo>
                  <a:lnTo>
                    <a:pt x="247053" y="211772"/>
                  </a:lnTo>
                  <a:lnTo>
                    <a:pt x="264706" y="211772"/>
                  </a:lnTo>
                  <a:lnTo>
                    <a:pt x="264706" y="229412"/>
                  </a:lnTo>
                  <a:lnTo>
                    <a:pt x="282346" y="229412"/>
                  </a:lnTo>
                  <a:lnTo>
                    <a:pt x="282346" y="194119"/>
                  </a:lnTo>
                  <a:lnTo>
                    <a:pt x="264706" y="194119"/>
                  </a:lnTo>
                  <a:lnTo>
                    <a:pt x="264706" y="176479"/>
                  </a:lnTo>
                  <a:lnTo>
                    <a:pt x="282346" y="176479"/>
                  </a:lnTo>
                  <a:lnTo>
                    <a:pt x="282346" y="158826"/>
                  </a:lnTo>
                  <a:lnTo>
                    <a:pt x="299999" y="158826"/>
                  </a:lnTo>
                  <a:lnTo>
                    <a:pt x="299999" y="141185"/>
                  </a:lnTo>
                  <a:close/>
                </a:path>
                <a:path w="864870" h="229870">
                  <a:moveTo>
                    <a:pt x="299999" y="105892"/>
                  </a:moveTo>
                  <a:lnTo>
                    <a:pt x="282346" y="105892"/>
                  </a:lnTo>
                  <a:lnTo>
                    <a:pt x="282346" y="123532"/>
                  </a:lnTo>
                  <a:lnTo>
                    <a:pt x="299999" y="123532"/>
                  </a:lnTo>
                  <a:lnTo>
                    <a:pt x="299999" y="105892"/>
                  </a:lnTo>
                  <a:close/>
                </a:path>
                <a:path w="864870" h="229870">
                  <a:moveTo>
                    <a:pt x="299999" y="0"/>
                  </a:moveTo>
                  <a:lnTo>
                    <a:pt x="282346" y="0"/>
                  </a:lnTo>
                  <a:lnTo>
                    <a:pt x="264706" y="0"/>
                  </a:lnTo>
                  <a:lnTo>
                    <a:pt x="264706" y="17653"/>
                  </a:lnTo>
                  <a:lnTo>
                    <a:pt x="282346" y="17653"/>
                  </a:lnTo>
                  <a:lnTo>
                    <a:pt x="299999" y="17653"/>
                  </a:lnTo>
                  <a:lnTo>
                    <a:pt x="299999" y="0"/>
                  </a:lnTo>
                  <a:close/>
                </a:path>
                <a:path w="864870" h="229870">
                  <a:moveTo>
                    <a:pt x="317639" y="158826"/>
                  </a:moveTo>
                  <a:lnTo>
                    <a:pt x="299999" y="158826"/>
                  </a:lnTo>
                  <a:lnTo>
                    <a:pt x="299999" y="176479"/>
                  </a:lnTo>
                  <a:lnTo>
                    <a:pt x="317639" y="176479"/>
                  </a:lnTo>
                  <a:lnTo>
                    <a:pt x="317639" y="158826"/>
                  </a:lnTo>
                  <a:close/>
                </a:path>
                <a:path w="864870" h="229870">
                  <a:moveTo>
                    <a:pt x="335292" y="0"/>
                  </a:moveTo>
                  <a:lnTo>
                    <a:pt x="317639" y="0"/>
                  </a:lnTo>
                  <a:lnTo>
                    <a:pt x="317639" y="17653"/>
                  </a:lnTo>
                  <a:lnTo>
                    <a:pt x="335292" y="17653"/>
                  </a:lnTo>
                  <a:lnTo>
                    <a:pt x="335292" y="0"/>
                  </a:lnTo>
                  <a:close/>
                </a:path>
                <a:path w="864870" h="229870">
                  <a:moveTo>
                    <a:pt x="352933" y="123532"/>
                  </a:moveTo>
                  <a:lnTo>
                    <a:pt x="335292" y="123532"/>
                  </a:lnTo>
                  <a:lnTo>
                    <a:pt x="335292" y="105892"/>
                  </a:lnTo>
                  <a:lnTo>
                    <a:pt x="317639" y="105892"/>
                  </a:lnTo>
                  <a:lnTo>
                    <a:pt x="317639" y="158826"/>
                  </a:lnTo>
                  <a:lnTo>
                    <a:pt x="335292" y="158826"/>
                  </a:lnTo>
                  <a:lnTo>
                    <a:pt x="335292" y="141185"/>
                  </a:lnTo>
                  <a:lnTo>
                    <a:pt x="352933" y="141185"/>
                  </a:lnTo>
                  <a:lnTo>
                    <a:pt x="352933" y="123532"/>
                  </a:lnTo>
                  <a:close/>
                </a:path>
                <a:path w="864870" h="229870">
                  <a:moveTo>
                    <a:pt x="352933" y="52946"/>
                  </a:moveTo>
                  <a:lnTo>
                    <a:pt x="335292" y="52946"/>
                  </a:lnTo>
                  <a:lnTo>
                    <a:pt x="335292" y="35306"/>
                  </a:lnTo>
                  <a:lnTo>
                    <a:pt x="317639" y="35306"/>
                  </a:lnTo>
                  <a:lnTo>
                    <a:pt x="317639" y="52946"/>
                  </a:lnTo>
                  <a:lnTo>
                    <a:pt x="299999" y="52946"/>
                  </a:lnTo>
                  <a:lnTo>
                    <a:pt x="282346" y="52946"/>
                  </a:lnTo>
                  <a:lnTo>
                    <a:pt x="282346" y="70599"/>
                  </a:lnTo>
                  <a:lnTo>
                    <a:pt x="299999" y="70599"/>
                  </a:lnTo>
                  <a:lnTo>
                    <a:pt x="299999" y="88239"/>
                  </a:lnTo>
                  <a:lnTo>
                    <a:pt x="317639" y="88239"/>
                  </a:lnTo>
                  <a:lnTo>
                    <a:pt x="317639" y="70599"/>
                  </a:lnTo>
                  <a:lnTo>
                    <a:pt x="335292" y="70599"/>
                  </a:lnTo>
                  <a:lnTo>
                    <a:pt x="335292" y="105892"/>
                  </a:lnTo>
                  <a:lnTo>
                    <a:pt x="352933" y="105892"/>
                  </a:lnTo>
                  <a:lnTo>
                    <a:pt x="352933" y="52946"/>
                  </a:lnTo>
                  <a:close/>
                </a:path>
                <a:path w="864870" h="229870">
                  <a:moveTo>
                    <a:pt x="370586" y="105892"/>
                  </a:moveTo>
                  <a:lnTo>
                    <a:pt x="352933" y="105892"/>
                  </a:lnTo>
                  <a:lnTo>
                    <a:pt x="352933" y="123532"/>
                  </a:lnTo>
                  <a:lnTo>
                    <a:pt x="370586" y="123532"/>
                  </a:lnTo>
                  <a:lnTo>
                    <a:pt x="370586" y="105892"/>
                  </a:lnTo>
                  <a:close/>
                </a:path>
                <a:path w="864870" h="229870">
                  <a:moveTo>
                    <a:pt x="388226" y="123532"/>
                  </a:moveTo>
                  <a:lnTo>
                    <a:pt x="370586" y="123532"/>
                  </a:lnTo>
                  <a:lnTo>
                    <a:pt x="370586" y="141185"/>
                  </a:lnTo>
                  <a:lnTo>
                    <a:pt x="352933" y="141185"/>
                  </a:lnTo>
                  <a:lnTo>
                    <a:pt x="352933" y="176479"/>
                  </a:lnTo>
                  <a:lnTo>
                    <a:pt x="370586" y="176479"/>
                  </a:lnTo>
                  <a:lnTo>
                    <a:pt x="370586" y="158826"/>
                  </a:lnTo>
                  <a:lnTo>
                    <a:pt x="388226" y="158826"/>
                  </a:lnTo>
                  <a:lnTo>
                    <a:pt x="388226" y="123532"/>
                  </a:lnTo>
                  <a:close/>
                </a:path>
                <a:path w="864870" h="229870">
                  <a:moveTo>
                    <a:pt x="388226" y="88239"/>
                  </a:moveTo>
                  <a:lnTo>
                    <a:pt x="370586" y="88239"/>
                  </a:lnTo>
                  <a:lnTo>
                    <a:pt x="370586" y="105892"/>
                  </a:lnTo>
                  <a:lnTo>
                    <a:pt x="388226" y="105892"/>
                  </a:lnTo>
                  <a:lnTo>
                    <a:pt x="388226" y="88239"/>
                  </a:lnTo>
                  <a:close/>
                </a:path>
                <a:path w="864870" h="229870">
                  <a:moveTo>
                    <a:pt x="388226" y="17653"/>
                  </a:moveTo>
                  <a:lnTo>
                    <a:pt x="370586" y="17653"/>
                  </a:lnTo>
                  <a:lnTo>
                    <a:pt x="352933" y="17653"/>
                  </a:lnTo>
                  <a:lnTo>
                    <a:pt x="335292" y="17653"/>
                  </a:lnTo>
                  <a:lnTo>
                    <a:pt x="335292" y="35306"/>
                  </a:lnTo>
                  <a:lnTo>
                    <a:pt x="352933" y="35306"/>
                  </a:lnTo>
                  <a:lnTo>
                    <a:pt x="352933" y="52946"/>
                  </a:lnTo>
                  <a:lnTo>
                    <a:pt x="370586" y="52946"/>
                  </a:lnTo>
                  <a:lnTo>
                    <a:pt x="388226" y="52946"/>
                  </a:lnTo>
                  <a:lnTo>
                    <a:pt x="388226" y="17653"/>
                  </a:lnTo>
                  <a:close/>
                </a:path>
                <a:path w="864870" h="229870">
                  <a:moveTo>
                    <a:pt x="423519" y="158826"/>
                  </a:moveTo>
                  <a:lnTo>
                    <a:pt x="405879" y="158826"/>
                  </a:lnTo>
                  <a:lnTo>
                    <a:pt x="405879" y="176479"/>
                  </a:lnTo>
                  <a:lnTo>
                    <a:pt x="423519" y="176479"/>
                  </a:lnTo>
                  <a:lnTo>
                    <a:pt x="423519" y="158826"/>
                  </a:lnTo>
                  <a:close/>
                </a:path>
                <a:path w="864870" h="229870">
                  <a:moveTo>
                    <a:pt x="441172" y="52946"/>
                  </a:moveTo>
                  <a:lnTo>
                    <a:pt x="423519" y="52946"/>
                  </a:lnTo>
                  <a:lnTo>
                    <a:pt x="405879" y="52946"/>
                  </a:lnTo>
                  <a:lnTo>
                    <a:pt x="405879" y="70599"/>
                  </a:lnTo>
                  <a:lnTo>
                    <a:pt x="423519" y="70599"/>
                  </a:lnTo>
                  <a:lnTo>
                    <a:pt x="441172" y="70599"/>
                  </a:lnTo>
                  <a:lnTo>
                    <a:pt x="441172" y="52946"/>
                  </a:lnTo>
                  <a:close/>
                </a:path>
                <a:path w="864870" h="229870">
                  <a:moveTo>
                    <a:pt x="458825" y="35306"/>
                  </a:moveTo>
                  <a:lnTo>
                    <a:pt x="441172" y="35306"/>
                  </a:lnTo>
                  <a:lnTo>
                    <a:pt x="441172" y="52946"/>
                  </a:lnTo>
                  <a:lnTo>
                    <a:pt x="458825" y="52946"/>
                  </a:lnTo>
                  <a:lnTo>
                    <a:pt x="458825" y="35306"/>
                  </a:lnTo>
                  <a:close/>
                </a:path>
                <a:path w="864870" h="229870">
                  <a:moveTo>
                    <a:pt x="458825" y="0"/>
                  </a:moveTo>
                  <a:lnTo>
                    <a:pt x="441172" y="0"/>
                  </a:lnTo>
                  <a:lnTo>
                    <a:pt x="441172" y="17653"/>
                  </a:lnTo>
                  <a:lnTo>
                    <a:pt x="458825" y="17653"/>
                  </a:lnTo>
                  <a:lnTo>
                    <a:pt x="458825" y="0"/>
                  </a:lnTo>
                  <a:close/>
                </a:path>
                <a:path w="864870" h="229870">
                  <a:moveTo>
                    <a:pt x="494118" y="141185"/>
                  </a:moveTo>
                  <a:lnTo>
                    <a:pt x="476465" y="141185"/>
                  </a:lnTo>
                  <a:lnTo>
                    <a:pt x="476465" y="158826"/>
                  </a:lnTo>
                  <a:lnTo>
                    <a:pt x="494118" y="158826"/>
                  </a:lnTo>
                  <a:lnTo>
                    <a:pt x="494118" y="141185"/>
                  </a:lnTo>
                  <a:close/>
                </a:path>
                <a:path w="864870" h="229870">
                  <a:moveTo>
                    <a:pt x="617639" y="88239"/>
                  </a:moveTo>
                  <a:lnTo>
                    <a:pt x="599998" y="88239"/>
                  </a:lnTo>
                  <a:lnTo>
                    <a:pt x="582345" y="88239"/>
                  </a:lnTo>
                  <a:lnTo>
                    <a:pt x="564705" y="88239"/>
                  </a:lnTo>
                  <a:lnTo>
                    <a:pt x="564705" y="141185"/>
                  </a:lnTo>
                  <a:lnTo>
                    <a:pt x="582345" y="141185"/>
                  </a:lnTo>
                  <a:lnTo>
                    <a:pt x="599998" y="141185"/>
                  </a:lnTo>
                  <a:lnTo>
                    <a:pt x="599998" y="123532"/>
                  </a:lnTo>
                  <a:lnTo>
                    <a:pt x="582345" y="123532"/>
                  </a:lnTo>
                  <a:lnTo>
                    <a:pt x="582345" y="105892"/>
                  </a:lnTo>
                  <a:lnTo>
                    <a:pt x="599998" y="105892"/>
                  </a:lnTo>
                  <a:lnTo>
                    <a:pt x="599998" y="123532"/>
                  </a:lnTo>
                  <a:lnTo>
                    <a:pt x="617639" y="123532"/>
                  </a:lnTo>
                  <a:lnTo>
                    <a:pt x="617639" y="88239"/>
                  </a:lnTo>
                  <a:close/>
                </a:path>
                <a:path w="864870" h="229870">
                  <a:moveTo>
                    <a:pt x="635292" y="141185"/>
                  </a:moveTo>
                  <a:lnTo>
                    <a:pt x="617639" y="141185"/>
                  </a:lnTo>
                  <a:lnTo>
                    <a:pt x="617639" y="158826"/>
                  </a:lnTo>
                  <a:lnTo>
                    <a:pt x="635292" y="158826"/>
                  </a:lnTo>
                  <a:lnTo>
                    <a:pt x="635292" y="141185"/>
                  </a:lnTo>
                  <a:close/>
                </a:path>
                <a:path w="864870" h="229870">
                  <a:moveTo>
                    <a:pt x="652945" y="105892"/>
                  </a:moveTo>
                  <a:lnTo>
                    <a:pt x="635292" y="105892"/>
                  </a:lnTo>
                  <a:lnTo>
                    <a:pt x="635292" y="141185"/>
                  </a:lnTo>
                  <a:lnTo>
                    <a:pt x="652945" y="141185"/>
                  </a:lnTo>
                  <a:lnTo>
                    <a:pt x="652945" y="105892"/>
                  </a:lnTo>
                  <a:close/>
                </a:path>
                <a:path w="864870" h="229870">
                  <a:moveTo>
                    <a:pt x="670585" y="141185"/>
                  </a:moveTo>
                  <a:lnTo>
                    <a:pt x="652945" y="141185"/>
                  </a:lnTo>
                  <a:lnTo>
                    <a:pt x="652945" y="176479"/>
                  </a:lnTo>
                  <a:lnTo>
                    <a:pt x="670585" y="176479"/>
                  </a:lnTo>
                  <a:lnTo>
                    <a:pt x="670585" y="141185"/>
                  </a:lnTo>
                  <a:close/>
                </a:path>
                <a:path w="864870" h="229870">
                  <a:moveTo>
                    <a:pt x="670585" y="52946"/>
                  </a:moveTo>
                  <a:lnTo>
                    <a:pt x="670585" y="52946"/>
                  </a:lnTo>
                  <a:lnTo>
                    <a:pt x="564705" y="52946"/>
                  </a:lnTo>
                  <a:lnTo>
                    <a:pt x="564705" y="35306"/>
                  </a:lnTo>
                  <a:lnTo>
                    <a:pt x="547052" y="35306"/>
                  </a:lnTo>
                  <a:lnTo>
                    <a:pt x="547052" y="52946"/>
                  </a:lnTo>
                  <a:lnTo>
                    <a:pt x="529412" y="52946"/>
                  </a:lnTo>
                  <a:lnTo>
                    <a:pt x="529412" y="123532"/>
                  </a:lnTo>
                  <a:lnTo>
                    <a:pt x="511759" y="123532"/>
                  </a:lnTo>
                  <a:lnTo>
                    <a:pt x="511759" y="17653"/>
                  </a:lnTo>
                  <a:lnTo>
                    <a:pt x="529412" y="17653"/>
                  </a:lnTo>
                  <a:lnTo>
                    <a:pt x="547052" y="17653"/>
                  </a:lnTo>
                  <a:lnTo>
                    <a:pt x="564705" y="17653"/>
                  </a:lnTo>
                  <a:lnTo>
                    <a:pt x="582345" y="17653"/>
                  </a:lnTo>
                  <a:lnTo>
                    <a:pt x="582345" y="35306"/>
                  </a:lnTo>
                  <a:lnTo>
                    <a:pt x="599998" y="35306"/>
                  </a:lnTo>
                  <a:lnTo>
                    <a:pt x="617639" y="35306"/>
                  </a:lnTo>
                  <a:lnTo>
                    <a:pt x="617639" y="17653"/>
                  </a:lnTo>
                  <a:lnTo>
                    <a:pt x="599998" y="17653"/>
                  </a:lnTo>
                  <a:lnTo>
                    <a:pt x="599998" y="0"/>
                  </a:lnTo>
                  <a:lnTo>
                    <a:pt x="582345" y="0"/>
                  </a:lnTo>
                  <a:lnTo>
                    <a:pt x="494118" y="0"/>
                  </a:lnTo>
                  <a:lnTo>
                    <a:pt x="494118" y="17653"/>
                  </a:lnTo>
                  <a:lnTo>
                    <a:pt x="476465" y="17653"/>
                  </a:lnTo>
                  <a:lnTo>
                    <a:pt x="458825" y="17653"/>
                  </a:lnTo>
                  <a:lnTo>
                    <a:pt x="458825" y="35306"/>
                  </a:lnTo>
                  <a:lnTo>
                    <a:pt x="476465" y="35306"/>
                  </a:lnTo>
                  <a:lnTo>
                    <a:pt x="476465" y="52946"/>
                  </a:lnTo>
                  <a:lnTo>
                    <a:pt x="458825" y="52946"/>
                  </a:lnTo>
                  <a:lnTo>
                    <a:pt x="458825" y="70599"/>
                  </a:lnTo>
                  <a:lnTo>
                    <a:pt x="476465" y="70599"/>
                  </a:lnTo>
                  <a:lnTo>
                    <a:pt x="494118" y="70599"/>
                  </a:lnTo>
                  <a:lnTo>
                    <a:pt x="494118" y="88239"/>
                  </a:lnTo>
                  <a:lnTo>
                    <a:pt x="476465" y="88239"/>
                  </a:lnTo>
                  <a:lnTo>
                    <a:pt x="476465" y="105892"/>
                  </a:lnTo>
                  <a:lnTo>
                    <a:pt x="494118" y="105892"/>
                  </a:lnTo>
                  <a:lnTo>
                    <a:pt x="494118" y="141185"/>
                  </a:lnTo>
                  <a:lnTo>
                    <a:pt x="511759" y="141185"/>
                  </a:lnTo>
                  <a:lnTo>
                    <a:pt x="529412" y="141185"/>
                  </a:lnTo>
                  <a:lnTo>
                    <a:pt x="529412" y="158826"/>
                  </a:lnTo>
                  <a:lnTo>
                    <a:pt x="511759" y="158826"/>
                  </a:lnTo>
                  <a:lnTo>
                    <a:pt x="511759" y="176479"/>
                  </a:lnTo>
                  <a:lnTo>
                    <a:pt x="529412" y="176479"/>
                  </a:lnTo>
                  <a:lnTo>
                    <a:pt x="529412" y="194119"/>
                  </a:lnTo>
                  <a:lnTo>
                    <a:pt x="547052" y="194119"/>
                  </a:lnTo>
                  <a:lnTo>
                    <a:pt x="547052" y="176479"/>
                  </a:lnTo>
                  <a:lnTo>
                    <a:pt x="564705" y="176479"/>
                  </a:lnTo>
                  <a:lnTo>
                    <a:pt x="564705" y="141185"/>
                  </a:lnTo>
                  <a:lnTo>
                    <a:pt x="547052" y="141185"/>
                  </a:lnTo>
                  <a:lnTo>
                    <a:pt x="547052" y="70599"/>
                  </a:lnTo>
                  <a:lnTo>
                    <a:pt x="564705" y="70599"/>
                  </a:lnTo>
                  <a:lnTo>
                    <a:pt x="582345" y="70599"/>
                  </a:lnTo>
                  <a:lnTo>
                    <a:pt x="599998" y="70599"/>
                  </a:lnTo>
                  <a:lnTo>
                    <a:pt x="617639" y="70599"/>
                  </a:lnTo>
                  <a:lnTo>
                    <a:pt x="617639" y="88239"/>
                  </a:lnTo>
                  <a:lnTo>
                    <a:pt x="635292" y="88239"/>
                  </a:lnTo>
                  <a:lnTo>
                    <a:pt x="652945" y="88239"/>
                  </a:lnTo>
                  <a:lnTo>
                    <a:pt x="670585" y="88239"/>
                  </a:lnTo>
                  <a:lnTo>
                    <a:pt x="670585" y="52946"/>
                  </a:lnTo>
                  <a:close/>
                </a:path>
                <a:path w="864870" h="229870">
                  <a:moveTo>
                    <a:pt x="688225" y="88239"/>
                  </a:moveTo>
                  <a:lnTo>
                    <a:pt x="670585" y="88239"/>
                  </a:lnTo>
                  <a:lnTo>
                    <a:pt x="670585" y="123532"/>
                  </a:lnTo>
                  <a:lnTo>
                    <a:pt x="688225" y="123532"/>
                  </a:lnTo>
                  <a:lnTo>
                    <a:pt x="688225" y="88239"/>
                  </a:lnTo>
                  <a:close/>
                </a:path>
                <a:path w="864870" h="229870">
                  <a:moveTo>
                    <a:pt x="723519" y="105892"/>
                  </a:moveTo>
                  <a:lnTo>
                    <a:pt x="705878" y="105892"/>
                  </a:lnTo>
                  <a:lnTo>
                    <a:pt x="705878" y="123532"/>
                  </a:lnTo>
                  <a:lnTo>
                    <a:pt x="723519" y="123532"/>
                  </a:lnTo>
                  <a:lnTo>
                    <a:pt x="723519" y="105892"/>
                  </a:lnTo>
                  <a:close/>
                </a:path>
                <a:path w="864870" h="229870">
                  <a:moveTo>
                    <a:pt x="723519" y="0"/>
                  </a:moveTo>
                  <a:lnTo>
                    <a:pt x="705878" y="0"/>
                  </a:lnTo>
                  <a:lnTo>
                    <a:pt x="705878" y="17653"/>
                  </a:lnTo>
                  <a:lnTo>
                    <a:pt x="688225" y="17653"/>
                  </a:lnTo>
                  <a:lnTo>
                    <a:pt x="670585" y="17653"/>
                  </a:lnTo>
                  <a:lnTo>
                    <a:pt x="652945" y="17653"/>
                  </a:lnTo>
                  <a:lnTo>
                    <a:pt x="635292" y="17653"/>
                  </a:lnTo>
                  <a:lnTo>
                    <a:pt x="635292" y="35306"/>
                  </a:lnTo>
                  <a:lnTo>
                    <a:pt x="652945" y="35306"/>
                  </a:lnTo>
                  <a:lnTo>
                    <a:pt x="670585" y="35306"/>
                  </a:lnTo>
                  <a:lnTo>
                    <a:pt x="688225" y="35306"/>
                  </a:lnTo>
                  <a:lnTo>
                    <a:pt x="688225" y="70599"/>
                  </a:lnTo>
                  <a:lnTo>
                    <a:pt x="705878" y="70599"/>
                  </a:lnTo>
                  <a:lnTo>
                    <a:pt x="705878" y="52946"/>
                  </a:lnTo>
                  <a:lnTo>
                    <a:pt x="723519" y="52946"/>
                  </a:lnTo>
                  <a:lnTo>
                    <a:pt x="723519" y="0"/>
                  </a:lnTo>
                  <a:close/>
                </a:path>
                <a:path w="864870" h="229870">
                  <a:moveTo>
                    <a:pt x="864704" y="141185"/>
                  </a:moveTo>
                  <a:lnTo>
                    <a:pt x="847051" y="141185"/>
                  </a:lnTo>
                  <a:lnTo>
                    <a:pt x="829411" y="141185"/>
                  </a:lnTo>
                  <a:lnTo>
                    <a:pt x="811758" y="141185"/>
                  </a:lnTo>
                  <a:lnTo>
                    <a:pt x="811758" y="158826"/>
                  </a:lnTo>
                  <a:lnTo>
                    <a:pt x="794118" y="158826"/>
                  </a:lnTo>
                  <a:lnTo>
                    <a:pt x="776465" y="158826"/>
                  </a:lnTo>
                  <a:lnTo>
                    <a:pt x="776465" y="141185"/>
                  </a:lnTo>
                  <a:lnTo>
                    <a:pt x="758812" y="141185"/>
                  </a:lnTo>
                  <a:lnTo>
                    <a:pt x="741172" y="141185"/>
                  </a:lnTo>
                  <a:lnTo>
                    <a:pt x="723519" y="141185"/>
                  </a:lnTo>
                  <a:lnTo>
                    <a:pt x="705878" y="141185"/>
                  </a:lnTo>
                  <a:lnTo>
                    <a:pt x="705878" y="123532"/>
                  </a:lnTo>
                  <a:lnTo>
                    <a:pt x="688225" y="123532"/>
                  </a:lnTo>
                  <a:lnTo>
                    <a:pt x="688225" y="158826"/>
                  </a:lnTo>
                  <a:lnTo>
                    <a:pt x="705878" y="158826"/>
                  </a:lnTo>
                  <a:lnTo>
                    <a:pt x="723519" y="158826"/>
                  </a:lnTo>
                  <a:lnTo>
                    <a:pt x="741172" y="158826"/>
                  </a:lnTo>
                  <a:lnTo>
                    <a:pt x="741172" y="176479"/>
                  </a:lnTo>
                  <a:lnTo>
                    <a:pt x="758812" y="176479"/>
                  </a:lnTo>
                  <a:lnTo>
                    <a:pt x="758812" y="194119"/>
                  </a:lnTo>
                  <a:lnTo>
                    <a:pt x="776465" y="194119"/>
                  </a:lnTo>
                  <a:lnTo>
                    <a:pt x="776465" y="211772"/>
                  </a:lnTo>
                  <a:lnTo>
                    <a:pt x="794118" y="211772"/>
                  </a:lnTo>
                  <a:lnTo>
                    <a:pt x="794118" y="176479"/>
                  </a:lnTo>
                  <a:lnTo>
                    <a:pt x="811758" y="176479"/>
                  </a:lnTo>
                  <a:lnTo>
                    <a:pt x="829411" y="176479"/>
                  </a:lnTo>
                  <a:lnTo>
                    <a:pt x="829411" y="158826"/>
                  </a:lnTo>
                  <a:lnTo>
                    <a:pt x="847051" y="158826"/>
                  </a:lnTo>
                  <a:lnTo>
                    <a:pt x="864704" y="158826"/>
                  </a:lnTo>
                  <a:lnTo>
                    <a:pt x="864704" y="14118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9150845" y="6368473"/>
              <a:ext cx="864869" cy="264795"/>
            </a:xfrm>
            <a:custGeom>
              <a:avLst/>
              <a:gdLst/>
              <a:ahLst/>
              <a:cxnLst/>
              <a:rect l="l" t="t" r="r" b="b"/>
              <a:pathLst>
                <a:path w="864870" h="264795">
                  <a:moveTo>
                    <a:pt x="35293" y="105879"/>
                  </a:moveTo>
                  <a:lnTo>
                    <a:pt x="17640" y="105879"/>
                  </a:lnTo>
                  <a:lnTo>
                    <a:pt x="17640" y="141173"/>
                  </a:lnTo>
                  <a:lnTo>
                    <a:pt x="35293" y="141173"/>
                  </a:lnTo>
                  <a:lnTo>
                    <a:pt x="35293" y="105879"/>
                  </a:lnTo>
                  <a:close/>
                </a:path>
                <a:path w="864870" h="264795">
                  <a:moveTo>
                    <a:pt x="70586" y="229412"/>
                  </a:moveTo>
                  <a:lnTo>
                    <a:pt x="52933" y="229412"/>
                  </a:lnTo>
                  <a:lnTo>
                    <a:pt x="35293" y="229412"/>
                  </a:lnTo>
                  <a:lnTo>
                    <a:pt x="17640" y="229412"/>
                  </a:lnTo>
                  <a:lnTo>
                    <a:pt x="17640" y="211772"/>
                  </a:lnTo>
                  <a:lnTo>
                    <a:pt x="35293" y="211772"/>
                  </a:lnTo>
                  <a:lnTo>
                    <a:pt x="52933" y="211772"/>
                  </a:lnTo>
                  <a:lnTo>
                    <a:pt x="52933" y="194119"/>
                  </a:lnTo>
                  <a:lnTo>
                    <a:pt x="35293" y="194119"/>
                  </a:lnTo>
                  <a:lnTo>
                    <a:pt x="35293" y="176466"/>
                  </a:lnTo>
                  <a:lnTo>
                    <a:pt x="17640" y="176466"/>
                  </a:lnTo>
                  <a:lnTo>
                    <a:pt x="17640" y="141173"/>
                  </a:lnTo>
                  <a:lnTo>
                    <a:pt x="0" y="141173"/>
                  </a:lnTo>
                  <a:lnTo>
                    <a:pt x="0" y="264706"/>
                  </a:lnTo>
                  <a:lnTo>
                    <a:pt x="17640" y="264706"/>
                  </a:lnTo>
                  <a:lnTo>
                    <a:pt x="17640" y="247065"/>
                  </a:lnTo>
                  <a:lnTo>
                    <a:pt x="35293" y="247065"/>
                  </a:lnTo>
                  <a:lnTo>
                    <a:pt x="35293" y="264706"/>
                  </a:lnTo>
                  <a:lnTo>
                    <a:pt x="52933" y="264706"/>
                  </a:lnTo>
                  <a:lnTo>
                    <a:pt x="52933" y="247065"/>
                  </a:lnTo>
                  <a:lnTo>
                    <a:pt x="70586" y="247065"/>
                  </a:lnTo>
                  <a:lnTo>
                    <a:pt x="70586" y="229412"/>
                  </a:lnTo>
                  <a:close/>
                </a:path>
                <a:path w="864870" h="264795">
                  <a:moveTo>
                    <a:pt x="70586" y="52946"/>
                  </a:moveTo>
                  <a:lnTo>
                    <a:pt x="52933" y="52946"/>
                  </a:lnTo>
                  <a:lnTo>
                    <a:pt x="52933" y="35293"/>
                  </a:lnTo>
                  <a:lnTo>
                    <a:pt x="35293" y="35293"/>
                  </a:lnTo>
                  <a:lnTo>
                    <a:pt x="35293" y="70586"/>
                  </a:lnTo>
                  <a:lnTo>
                    <a:pt x="52933" y="70586"/>
                  </a:lnTo>
                  <a:lnTo>
                    <a:pt x="52933" y="88239"/>
                  </a:lnTo>
                  <a:lnTo>
                    <a:pt x="70586" y="88239"/>
                  </a:lnTo>
                  <a:lnTo>
                    <a:pt x="70586" y="52946"/>
                  </a:lnTo>
                  <a:close/>
                </a:path>
                <a:path w="864870" h="264795">
                  <a:moveTo>
                    <a:pt x="88226" y="105879"/>
                  </a:moveTo>
                  <a:lnTo>
                    <a:pt x="70586" y="105879"/>
                  </a:lnTo>
                  <a:lnTo>
                    <a:pt x="52933" y="105879"/>
                  </a:lnTo>
                  <a:lnTo>
                    <a:pt x="52933" y="123532"/>
                  </a:lnTo>
                  <a:lnTo>
                    <a:pt x="70586" y="123532"/>
                  </a:lnTo>
                  <a:lnTo>
                    <a:pt x="88226" y="123532"/>
                  </a:lnTo>
                  <a:lnTo>
                    <a:pt x="88226" y="105879"/>
                  </a:lnTo>
                  <a:close/>
                </a:path>
                <a:path w="864870" h="264795">
                  <a:moveTo>
                    <a:pt x="123532" y="158826"/>
                  </a:moveTo>
                  <a:lnTo>
                    <a:pt x="123532" y="158826"/>
                  </a:lnTo>
                  <a:lnTo>
                    <a:pt x="35293" y="158826"/>
                  </a:lnTo>
                  <a:lnTo>
                    <a:pt x="35293" y="176466"/>
                  </a:lnTo>
                  <a:lnTo>
                    <a:pt x="52933" y="176466"/>
                  </a:lnTo>
                  <a:lnTo>
                    <a:pt x="52933" y="194119"/>
                  </a:lnTo>
                  <a:lnTo>
                    <a:pt x="70586" y="194119"/>
                  </a:lnTo>
                  <a:lnTo>
                    <a:pt x="88226" y="194119"/>
                  </a:lnTo>
                  <a:lnTo>
                    <a:pt x="105879" y="194119"/>
                  </a:lnTo>
                  <a:lnTo>
                    <a:pt x="105879" y="176466"/>
                  </a:lnTo>
                  <a:lnTo>
                    <a:pt x="123532" y="176466"/>
                  </a:lnTo>
                  <a:lnTo>
                    <a:pt x="123532" y="158826"/>
                  </a:lnTo>
                  <a:close/>
                </a:path>
                <a:path w="864870" h="264795">
                  <a:moveTo>
                    <a:pt x="123532" y="123532"/>
                  </a:moveTo>
                  <a:lnTo>
                    <a:pt x="105879" y="123532"/>
                  </a:lnTo>
                  <a:lnTo>
                    <a:pt x="88226" y="123532"/>
                  </a:lnTo>
                  <a:lnTo>
                    <a:pt x="88226" y="141173"/>
                  </a:lnTo>
                  <a:lnTo>
                    <a:pt x="105879" y="141173"/>
                  </a:lnTo>
                  <a:lnTo>
                    <a:pt x="123532" y="141173"/>
                  </a:lnTo>
                  <a:lnTo>
                    <a:pt x="123532" y="123532"/>
                  </a:lnTo>
                  <a:close/>
                </a:path>
                <a:path w="864870" h="264795">
                  <a:moveTo>
                    <a:pt x="123532" y="52946"/>
                  </a:moveTo>
                  <a:lnTo>
                    <a:pt x="105879" y="52946"/>
                  </a:lnTo>
                  <a:lnTo>
                    <a:pt x="105879" y="70586"/>
                  </a:lnTo>
                  <a:lnTo>
                    <a:pt x="123532" y="70586"/>
                  </a:lnTo>
                  <a:lnTo>
                    <a:pt x="123532" y="52946"/>
                  </a:lnTo>
                  <a:close/>
                </a:path>
                <a:path w="864870" h="264795">
                  <a:moveTo>
                    <a:pt x="158826" y="88239"/>
                  </a:moveTo>
                  <a:lnTo>
                    <a:pt x="141173" y="88239"/>
                  </a:lnTo>
                  <a:lnTo>
                    <a:pt x="123532" y="88239"/>
                  </a:lnTo>
                  <a:lnTo>
                    <a:pt x="105879" y="88239"/>
                  </a:lnTo>
                  <a:lnTo>
                    <a:pt x="105879" y="70586"/>
                  </a:lnTo>
                  <a:lnTo>
                    <a:pt x="88226" y="70586"/>
                  </a:lnTo>
                  <a:lnTo>
                    <a:pt x="88226" y="105879"/>
                  </a:lnTo>
                  <a:lnTo>
                    <a:pt x="105879" y="105879"/>
                  </a:lnTo>
                  <a:lnTo>
                    <a:pt x="123532" y="105879"/>
                  </a:lnTo>
                  <a:lnTo>
                    <a:pt x="141173" y="105879"/>
                  </a:lnTo>
                  <a:lnTo>
                    <a:pt x="158826" y="105879"/>
                  </a:lnTo>
                  <a:lnTo>
                    <a:pt x="158826" y="88239"/>
                  </a:lnTo>
                  <a:close/>
                </a:path>
                <a:path w="864870" h="264795">
                  <a:moveTo>
                    <a:pt x="211759" y="70586"/>
                  </a:moveTo>
                  <a:lnTo>
                    <a:pt x="194119" y="70586"/>
                  </a:lnTo>
                  <a:lnTo>
                    <a:pt x="194119" y="52946"/>
                  </a:lnTo>
                  <a:lnTo>
                    <a:pt x="176466" y="52946"/>
                  </a:lnTo>
                  <a:lnTo>
                    <a:pt x="176466" y="35293"/>
                  </a:lnTo>
                  <a:lnTo>
                    <a:pt x="158826" y="35293"/>
                  </a:lnTo>
                  <a:lnTo>
                    <a:pt x="158826" y="52946"/>
                  </a:lnTo>
                  <a:lnTo>
                    <a:pt x="141173" y="52946"/>
                  </a:lnTo>
                  <a:lnTo>
                    <a:pt x="141173" y="70586"/>
                  </a:lnTo>
                  <a:lnTo>
                    <a:pt x="158826" y="70586"/>
                  </a:lnTo>
                  <a:lnTo>
                    <a:pt x="176466" y="70586"/>
                  </a:lnTo>
                  <a:lnTo>
                    <a:pt x="176466" y="88239"/>
                  </a:lnTo>
                  <a:lnTo>
                    <a:pt x="194119" y="88239"/>
                  </a:lnTo>
                  <a:lnTo>
                    <a:pt x="211759" y="88239"/>
                  </a:lnTo>
                  <a:lnTo>
                    <a:pt x="211759" y="70586"/>
                  </a:lnTo>
                  <a:close/>
                </a:path>
                <a:path w="864870" h="264795">
                  <a:moveTo>
                    <a:pt x="229400" y="88239"/>
                  </a:moveTo>
                  <a:lnTo>
                    <a:pt x="211759" y="88239"/>
                  </a:lnTo>
                  <a:lnTo>
                    <a:pt x="211759" y="105879"/>
                  </a:lnTo>
                  <a:lnTo>
                    <a:pt x="229400" y="105879"/>
                  </a:lnTo>
                  <a:lnTo>
                    <a:pt x="229400" y="88239"/>
                  </a:lnTo>
                  <a:close/>
                </a:path>
                <a:path w="864870" h="264795">
                  <a:moveTo>
                    <a:pt x="264706" y="123532"/>
                  </a:moveTo>
                  <a:lnTo>
                    <a:pt x="247053" y="123532"/>
                  </a:lnTo>
                  <a:lnTo>
                    <a:pt x="229400" y="123532"/>
                  </a:lnTo>
                  <a:lnTo>
                    <a:pt x="229400" y="176466"/>
                  </a:lnTo>
                  <a:lnTo>
                    <a:pt x="247053" y="176466"/>
                  </a:lnTo>
                  <a:lnTo>
                    <a:pt x="247053" y="158826"/>
                  </a:lnTo>
                  <a:lnTo>
                    <a:pt x="264706" y="158826"/>
                  </a:lnTo>
                  <a:lnTo>
                    <a:pt x="264706" y="123532"/>
                  </a:lnTo>
                  <a:close/>
                </a:path>
                <a:path w="864870" h="264795">
                  <a:moveTo>
                    <a:pt x="299999" y="17653"/>
                  </a:moveTo>
                  <a:lnTo>
                    <a:pt x="282346" y="17653"/>
                  </a:lnTo>
                  <a:lnTo>
                    <a:pt x="282346" y="35293"/>
                  </a:lnTo>
                  <a:lnTo>
                    <a:pt x="299999" y="35293"/>
                  </a:lnTo>
                  <a:lnTo>
                    <a:pt x="299999" y="17653"/>
                  </a:lnTo>
                  <a:close/>
                </a:path>
                <a:path w="864870" h="264795">
                  <a:moveTo>
                    <a:pt x="335292" y="35293"/>
                  </a:moveTo>
                  <a:lnTo>
                    <a:pt x="317639" y="35293"/>
                  </a:lnTo>
                  <a:lnTo>
                    <a:pt x="317639" y="52946"/>
                  </a:lnTo>
                  <a:lnTo>
                    <a:pt x="335292" y="52946"/>
                  </a:lnTo>
                  <a:lnTo>
                    <a:pt x="335292" y="35293"/>
                  </a:lnTo>
                  <a:close/>
                </a:path>
                <a:path w="864870" h="264795">
                  <a:moveTo>
                    <a:pt x="352933" y="52946"/>
                  </a:moveTo>
                  <a:lnTo>
                    <a:pt x="335292" y="52946"/>
                  </a:lnTo>
                  <a:lnTo>
                    <a:pt x="335292" y="70586"/>
                  </a:lnTo>
                  <a:lnTo>
                    <a:pt x="352933" y="70586"/>
                  </a:lnTo>
                  <a:lnTo>
                    <a:pt x="352933" y="52946"/>
                  </a:lnTo>
                  <a:close/>
                </a:path>
                <a:path w="864870" h="264795">
                  <a:moveTo>
                    <a:pt x="370586" y="70586"/>
                  </a:moveTo>
                  <a:lnTo>
                    <a:pt x="352933" y="70586"/>
                  </a:lnTo>
                  <a:lnTo>
                    <a:pt x="352933" y="105879"/>
                  </a:lnTo>
                  <a:lnTo>
                    <a:pt x="335292" y="105879"/>
                  </a:lnTo>
                  <a:lnTo>
                    <a:pt x="335292" y="70586"/>
                  </a:lnTo>
                  <a:lnTo>
                    <a:pt x="317639" y="70586"/>
                  </a:lnTo>
                  <a:lnTo>
                    <a:pt x="317639" y="105879"/>
                  </a:lnTo>
                  <a:lnTo>
                    <a:pt x="299999" y="105879"/>
                  </a:lnTo>
                  <a:lnTo>
                    <a:pt x="299999" y="88239"/>
                  </a:lnTo>
                  <a:lnTo>
                    <a:pt x="282346" y="88239"/>
                  </a:lnTo>
                  <a:lnTo>
                    <a:pt x="282346" y="158826"/>
                  </a:lnTo>
                  <a:lnTo>
                    <a:pt x="264706" y="158826"/>
                  </a:lnTo>
                  <a:lnTo>
                    <a:pt x="264706" y="176466"/>
                  </a:lnTo>
                  <a:lnTo>
                    <a:pt x="282346" y="176466"/>
                  </a:lnTo>
                  <a:lnTo>
                    <a:pt x="282346" y="194119"/>
                  </a:lnTo>
                  <a:lnTo>
                    <a:pt x="299999" y="194119"/>
                  </a:lnTo>
                  <a:lnTo>
                    <a:pt x="317639" y="194119"/>
                  </a:lnTo>
                  <a:lnTo>
                    <a:pt x="317639" y="176466"/>
                  </a:lnTo>
                  <a:lnTo>
                    <a:pt x="299999" y="176466"/>
                  </a:lnTo>
                  <a:lnTo>
                    <a:pt x="299999" y="123532"/>
                  </a:lnTo>
                  <a:lnTo>
                    <a:pt x="317639" y="123532"/>
                  </a:lnTo>
                  <a:lnTo>
                    <a:pt x="317639" y="141173"/>
                  </a:lnTo>
                  <a:lnTo>
                    <a:pt x="335292" y="141173"/>
                  </a:lnTo>
                  <a:lnTo>
                    <a:pt x="335292" y="123532"/>
                  </a:lnTo>
                  <a:lnTo>
                    <a:pt x="352933" y="123532"/>
                  </a:lnTo>
                  <a:lnTo>
                    <a:pt x="352933" y="141173"/>
                  </a:lnTo>
                  <a:lnTo>
                    <a:pt x="370586" y="141173"/>
                  </a:lnTo>
                  <a:lnTo>
                    <a:pt x="370586" y="70586"/>
                  </a:lnTo>
                  <a:close/>
                </a:path>
                <a:path w="864870" h="264795">
                  <a:moveTo>
                    <a:pt x="423519" y="35293"/>
                  </a:moveTo>
                  <a:lnTo>
                    <a:pt x="405879" y="35293"/>
                  </a:lnTo>
                  <a:lnTo>
                    <a:pt x="405879" y="17653"/>
                  </a:lnTo>
                  <a:lnTo>
                    <a:pt x="388226" y="17653"/>
                  </a:lnTo>
                  <a:lnTo>
                    <a:pt x="370586" y="17653"/>
                  </a:lnTo>
                  <a:lnTo>
                    <a:pt x="370586" y="35293"/>
                  </a:lnTo>
                  <a:lnTo>
                    <a:pt x="352933" y="35293"/>
                  </a:lnTo>
                  <a:lnTo>
                    <a:pt x="352933" y="52946"/>
                  </a:lnTo>
                  <a:lnTo>
                    <a:pt x="370586" y="52946"/>
                  </a:lnTo>
                  <a:lnTo>
                    <a:pt x="388226" y="52946"/>
                  </a:lnTo>
                  <a:lnTo>
                    <a:pt x="388226" y="88239"/>
                  </a:lnTo>
                  <a:lnTo>
                    <a:pt x="405879" y="88239"/>
                  </a:lnTo>
                  <a:lnTo>
                    <a:pt x="405879" y="52946"/>
                  </a:lnTo>
                  <a:lnTo>
                    <a:pt x="423519" y="52946"/>
                  </a:lnTo>
                  <a:lnTo>
                    <a:pt x="423519" y="35293"/>
                  </a:lnTo>
                  <a:close/>
                </a:path>
                <a:path w="864870" h="264795">
                  <a:moveTo>
                    <a:pt x="441172" y="70586"/>
                  </a:moveTo>
                  <a:lnTo>
                    <a:pt x="423519" y="70586"/>
                  </a:lnTo>
                  <a:lnTo>
                    <a:pt x="423519" y="105879"/>
                  </a:lnTo>
                  <a:lnTo>
                    <a:pt x="405879" y="105879"/>
                  </a:lnTo>
                  <a:lnTo>
                    <a:pt x="405879" y="123532"/>
                  </a:lnTo>
                  <a:lnTo>
                    <a:pt x="388226" y="123532"/>
                  </a:lnTo>
                  <a:lnTo>
                    <a:pt x="388226" y="141173"/>
                  </a:lnTo>
                  <a:lnTo>
                    <a:pt x="405879" y="141173"/>
                  </a:lnTo>
                  <a:lnTo>
                    <a:pt x="423519" y="141173"/>
                  </a:lnTo>
                  <a:lnTo>
                    <a:pt x="423519" y="123532"/>
                  </a:lnTo>
                  <a:lnTo>
                    <a:pt x="441172" y="123532"/>
                  </a:lnTo>
                  <a:lnTo>
                    <a:pt x="441172" y="70586"/>
                  </a:lnTo>
                  <a:close/>
                </a:path>
                <a:path w="864870" h="264795">
                  <a:moveTo>
                    <a:pt x="529412" y="35293"/>
                  </a:moveTo>
                  <a:lnTo>
                    <a:pt x="511759" y="35293"/>
                  </a:lnTo>
                  <a:lnTo>
                    <a:pt x="511759" y="17653"/>
                  </a:lnTo>
                  <a:lnTo>
                    <a:pt x="494118" y="17653"/>
                  </a:lnTo>
                  <a:lnTo>
                    <a:pt x="476465" y="17653"/>
                  </a:lnTo>
                  <a:lnTo>
                    <a:pt x="476465" y="35293"/>
                  </a:lnTo>
                  <a:lnTo>
                    <a:pt x="458825" y="35293"/>
                  </a:lnTo>
                  <a:lnTo>
                    <a:pt x="441172" y="35293"/>
                  </a:lnTo>
                  <a:lnTo>
                    <a:pt x="441172" y="52946"/>
                  </a:lnTo>
                  <a:lnTo>
                    <a:pt x="458825" y="52946"/>
                  </a:lnTo>
                  <a:lnTo>
                    <a:pt x="476465" y="52946"/>
                  </a:lnTo>
                  <a:lnTo>
                    <a:pt x="476465" y="88239"/>
                  </a:lnTo>
                  <a:lnTo>
                    <a:pt x="458825" y="88239"/>
                  </a:lnTo>
                  <a:lnTo>
                    <a:pt x="458825" y="141173"/>
                  </a:lnTo>
                  <a:lnTo>
                    <a:pt x="476465" y="141173"/>
                  </a:lnTo>
                  <a:lnTo>
                    <a:pt x="494118" y="141173"/>
                  </a:lnTo>
                  <a:lnTo>
                    <a:pt x="494118" y="105879"/>
                  </a:lnTo>
                  <a:lnTo>
                    <a:pt x="511759" y="105879"/>
                  </a:lnTo>
                  <a:lnTo>
                    <a:pt x="511759" y="88239"/>
                  </a:lnTo>
                  <a:lnTo>
                    <a:pt x="494118" y="88239"/>
                  </a:lnTo>
                  <a:lnTo>
                    <a:pt x="494118" y="52946"/>
                  </a:lnTo>
                  <a:lnTo>
                    <a:pt x="511759" y="52946"/>
                  </a:lnTo>
                  <a:lnTo>
                    <a:pt x="511759" y="88239"/>
                  </a:lnTo>
                  <a:lnTo>
                    <a:pt x="529412" y="88239"/>
                  </a:lnTo>
                  <a:lnTo>
                    <a:pt x="529412" y="35293"/>
                  </a:lnTo>
                  <a:close/>
                </a:path>
                <a:path w="864870" h="264795">
                  <a:moveTo>
                    <a:pt x="547052" y="141173"/>
                  </a:moveTo>
                  <a:lnTo>
                    <a:pt x="529412" y="141173"/>
                  </a:lnTo>
                  <a:lnTo>
                    <a:pt x="529412" y="158826"/>
                  </a:lnTo>
                  <a:lnTo>
                    <a:pt x="547052" y="158826"/>
                  </a:lnTo>
                  <a:lnTo>
                    <a:pt x="547052" y="141173"/>
                  </a:lnTo>
                  <a:close/>
                </a:path>
                <a:path w="864870" h="264795">
                  <a:moveTo>
                    <a:pt x="547052" y="105879"/>
                  </a:moveTo>
                  <a:lnTo>
                    <a:pt x="529412" y="105879"/>
                  </a:lnTo>
                  <a:lnTo>
                    <a:pt x="511759" y="105879"/>
                  </a:lnTo>
                  <a:lnTo>
                    <a:pt x="511759" y="141173"/>
                  </a:lnTo>
                  <a:lnTo>
                    <a:pt x="529412" y="141173"/>
                  </a:lnTo>
                  <a:lnTo>
                    <a:pt x="529412" y="123532"/>
                  </a:lnTo>
                  <a:lnTo>
                    <a:pt x="547052" y="123532"/>
                  </a:lnTo>
                  <a:lnTo>
                    <a:pt x="547052" y="105879"/>
                  </a:lnTo>
                  <a:close/>
                </a:path>
                <a:path w="864870" h="264795">
                  <a:moveTo>
                    <a:pt x="599998" y="52946"/>
                  </a:moveTo>
                  <a:lnTo>
                    <a:pt x="582345" y="52946"/>
                  </a:lnTo>
                  <a:lnTo>
                    <a:pt x="582345" y="70586"/>
                  </a:lnTo>
                  <a:lnTo>
                    <a:pt x="599998" y="70586"/>
                  </a:lnTo>
                  <a:lnTo>
                    <a:pt x="599998" y="52946"/>
                  </a:lnTo>
                  <a:close/>
                </a:path>
                <a:path w="864870" h="264795">
                  <a:moveTo>
                    <a:pt x="635292" y="17653"/>
                  </a:moveTo>
                  <a:lnTo>
                    <a:pt x="617639" y="17653"/>
                  </a:lnTo>
                  <a:lnTo>
                    <a:pt x="599998" y="17653"/>
                  </a:lnTo>
                  <a:lnTo>
                    <a:pt x="599998" y="0"/>
                  </a:lnTo>
                  <a:lnTo>
                    <a:pt x="582345" y="0"/>
                  </a:lnTo>
                  <a:lnTo>
                    <a:pt x="582345" y="17653"/>
                  </a:lnTo>
                  <a:lnTo>
                    <a:pt x="564705" y="17653"/>
                  </a:lnTo>
                  <a:lnTo>
                    <a:pt x="564705" y="52946"/>
                  </a:lnTo>
                  <a:lnTo>
                    <a:pt x="582345" y="52946"/>
                  </a:lnTo>
                  <a:lnTo>
                    <a:pt x="582345" y="35293"/>
                  </a:lnTo>
                  <a:lnTo>
                    <a:pt x="599998" y="35293"/>
                  </a:lnTo>
                  <a:lnTo>
                    <a:pt x="599998" y="52946"/>
                  </a:lnTo>
                  <a:lnTo>
                    <a:pt x="617639" y="52946"/>
                  </a:lnTo>
                  <a:lnTo>
                    <a:pt x="617639" y="35293"/>
                  </a:lnTo>
                  <a:lnTo>
                    <a:pt x="635292" y="35293"/>
                  </a:lnTo>
                  <a:lnTo>
                    <a:pt x="635292" y="17653"/>
                  </a:lnTo>
                  <a:close/>
                </a:path>
                <a:path w="864870" h="264795">
                  <a:moveTo>
                    <a:pt x="670585" y="141173"/>
                  </a:moveTo>
                  <a:lnTo>
                    <a:pt x="652945" y="141173"/>
                  </a:lnTo>
                  <a:lnTo>
                    <a:pt x="652945" y="123532"/>
                  </a:lnTo>
                  <a:lnTo>
                    <a:pt x="635292" y="123532"/>
                  </a:lnTo>
                  <a:lnTo>
                    <a:pt x="617639" y="123532"/>
                  </a:lnTo>
                  <a:lnTo>
                    <a:pt x="617639" y="141173"/>
                  </a:lnTo>
                  <a:lnTo>
                    <a:pt x="635292" y="141173"/>
                  </a:lnTo>
                  <a:lnTo>
                    <a:pt x="635292" y="158826"/>
                  </a:lnTo>
                  <a:lnTo>
                    <a:pt x="652945" y="158826"/>
                  </a:lnTo>
                  <a:lnTo>
                    <a:pt x="670585" y="158826"/>
                  </a:lnTo>
                  <a:lnTo>
                    <a:pt x="670585" y="141173"/>
                  </a:lnTo>
                  <a:close/>
                </a:path>
                <a:path w="864870" h="264795">
                  <a:moveTo>
                    <a:pt x="688225" y="17653"/>
                  </a:moveTo>
                  <a:lnTo>
                    <a:pt x="670585" y="17653"/>
                  </a:lnTo>
                  <a:lnTo>
                    <a:pt x="670585" y="35293"/>
                  </a:lnTo>
                  <a:lnTo>
                    <a:pt x="652945" y="35293"/>
                  </a:lnTo>
                  <a:lnTo>
                    <a:pt x="652945" y="52946"/>
                  </a:lnTo>
                  <a:lnTo>
                    <a:pt x="635292" y="52946"/>
                  </a:lnTo>
                  <a:lnTo>
                    <a:pt x="617639" y="52946"/>
                  </a:lnTo>
                  <a:lnTo>
                    <a:pt x="617639" y="88239"/>
                  </a:lnTo>
                  <a:lnTo>
                    <a:pt x="599998" y="88239"/>
                  </a:lnTo>
                  <a:lnTo>
                    <a:pt x="582345" y="88239"/>
                  </a:lnTo>
                  <a:lnTo>
                    <a:pt x="564705" y="88239"/>
                  </a:lnTo>
                  <a:lnTo>
                    <a:pt x="564705" y="123532"/>
                  </a:lnTo>
                  <a:lnTo>
                    <a:pt x="547052" y="123532"/>
                  </a:lnTo>
                  <a:lnTo>
                    <a:pt x="547052" y="141173"/>
                  </a:lnTo>
                  <a:lnTo>
                    <a:pt x="564705" y="141173"/>
                  </a:lnTo>
                  <a:lnTo>
                    <a:pt x="564705" y="176466"/>
                  </a:lnTo>
                  <a:lnTo>
                    <a:pt x="582345" y="176466"/>
                  </a:lnTo>
                  <a:lnTo>
                    <a:pt x="582345" y="158826"/>
                  </a:lnTo>
                  <a:lnTo>
                    <a:pt x="599998" y="158826"/>
                  </a:lnTo>
                  <a:lnTo>
                    <a:pt x="599998" y="141173"/>
                  </a:lnTo>
                  <a:lnTo>
                    <a:pt x="582345" y="141173"/>
                  </a:lnTo>
                  <a:lnTo>
                    <a:pt x="582345" y="123532"/>
                  </a:lnTo>
                  <a:lnTo>
                    <a:pt x="599998" y="123532"/>
                  </a:lnTo>
                  <a:lnTo>
                    <a:pt x="599998" y="105879"/>
                  </a:lnTo>
                  <a:lnTo>
                    <a:pt x="617639" y="105879"/>
                  </a:lnTo>
                  <a:lnTo>
                    <a:pt x="635292" y="105879"/>
                  </a:lnTo>
                  <a:lnTo>
                    <a:pt x="652945" y="105879"/>
                  </a:lnTo>
                  <a:lnTo>
                    <a:pt x="652945" y="88239"/>
                  </a:lnTo>
                  <a:lnTo>
                    <a:pt x="635292" y="88239"/>
                  </a:lnTo>
                  <a:lnTo>
                    <a:pt x="635292" y="70586"/>
                  </a:lnTo>
                  <a:lnTo>
                    <a:pt x="652945" y="70586"/>
                  </a:lnTo>
                  <a:lnTo>
                    <a:pt x="652945" y="88239"/>
                  </a:lnTo>
                  <a:lnTo>
                    <a:pt x="670585" y="88239"/>
                  </a:lnTo>
                  <a:lnTo>
                    <a:pt x="670585" y="52946"/>
                  </a:lnTo>
                  <a:lnTo>
                    <a:pt x="688225" y="52946"/>
                  </a:lnTo>
                  <a:lnTo>
                    <a:pt x="688225" y="17653"/>
                  </a:lnTo>
                  <a:close/>
                </a:path>
                <a:path w="864870" h="264795">
                  <a:moveTo>
                    <a:pt x="758812" y="105879"/>
                  </a:moveTo>
                  <a:lnTo>
                    <a:pt x="741172" y="105879"/>
                  </a:lnTo>
                  <a:lnTo>
                    <a:pt x="741172" y="123532"/>
                  </a:lnTo>
                  <a:lnTo>
                    <a:pt x="758812" y="123532"/>
                  </a:lnTo>
                  <a:lnTo>
                    <a:pt x="758812" y="105879"/>
                  </a:lnTo>
                  <a:close/>
                </a:path>
                <a:path w="864870" h="264795">
                  <a:moveTo>
                    <a:pt x="776465" y="88239"/>
                  </a:moveTo>
                  <a:lnTo>
                    <a:pt x="758812" y="88239"/>
                  </a:lnTo>
                  <a:lnTo>
                    <a:pt x="758812" y="105879"/>
                  </a:lnTo>
                  <a:lnTo>
                    <a:pt x="776465" y="105879"/>
                  </a:lnTo>
                  <a:lnTo>
                    <a:pt x="776465" y="88239"/>
                  </a:lnTo>
                  <a:close/>
                </a:path>
                <a:path w="864870" h="264795">
                  <a:moveTo>
                    <a:pt x="794118" y="105879"/>
                  </a:moveTo>
                  <a:lnTo>
                    <a:pt x="776465" y="105879"/>
                  </a:lnTo>
                  <a:lnTo>
                    <a:pt x="776465" y="123532"/>
                  </a:lnTo>
                  <a:lnTo>
                    <a:pt x="794118" y="123532"/>
                  </a:lnTo>
                  <a:lnTo>
                    <a:pt x="794118" y="105879"/>
                  </a:lnTo>
                  <a:close/>
                </a:path>
                <a:path w="864870" h="264795">
                  <a:moveTo>
                    <a:pt x="811758" y="70586"/>
                  </a:moveTo>
                  <a:lnTo>
                    <a:pt x="794118" y="70586"/>
                  </a:lnTo>
                  <a:lnTo>
                    <a:pt x="776465" y="70586"/>
                  </a:lnTo>
                  <a:lnTo>
                    <a:pt x="776465" y="88239"/>
                  </a:lnTo>
                  <a:lnTo>
                    <a:pt x="794118" y="88239"/>
                  </a:lnTo>
                  <a:lnTo>
                    <a:pt x="811758" y="88239"/>
                  </a:lnTo>
                  <a:lnTo>
                    <a:pt x="811758" y="70586"/>
                  </a:lnTo>
                  <a:close/>
                </a:path>
                <a:path w="864870" h="264795">
                  <a:moveTo>
                    <a:pt x="864704" y="158826"/>
                  </a:moveTo>
                  <a:lnTo>
                    <a:pt x="847051" y="158826"/>
                  </a:lnTo>
                  <a:lnTo>
                    <a:pt x="847051" y="141173"/>
                  </a:lnTo>
                  <a:lnTo>
                    <a:pt x="829411" y="141173"/>
                  </a:lnTo>
                  <a:lnTo>
                    <a:pt x="829411" y="123532"/>
                  </a:lnTo>
                  <a:lnTo>
                    <a:pt x="811758" y="123532"/>
                  </a:lnTo>
                  <a:lnTo>
                    <a:pt x="811758" y="141173"/>
                  </a:lnTo>
                  <a:lnTo>
                    <a:pt x="794118" y="141173"/>
                  </a:lnTo>
                  <a:lnTo>
                    <a:pt x="776465" y="141173"/>
                  </a:lnTo>
                  <a:lnTo>
                    <a:pt x="758812" y="141173"/>
                  </a:lnTo>
                  <a:lnTo>
                    <a:pt x="741172" y="141173"/>
                  </a:lnTo>
                  <a:lnTo>
                    <a:pt x="741172" y="123532"/>
                  </a:lnTo>
                  <a:lnTo>
                    <a:pt x="723519" y="123532"/>
                  </a:lnTo>
                  <a:lnTo>
                    <a:pt x="723519" y="105879"/>
                  </a:lnTo>
                  <a:lnTo>
                    <a:pt x="741172" y="105879"/>
                  </a:lnTo>
                  <a:lnTo>
                    <a:pt x="741172" y="88239"/>
                  </a:lnTo>
                  <a:lnTo>
                    <a:pt x="758812" y="88239"/>
                  </a:lnTo>
                  <a:lnTo>
                    <a:pt x="758812" y="70586"/>
                  </a:lnTo>
                  <a:lnTo>
                    <a:pt x="776465" y="70586"/>
                  </a:lnTo>
                  <a:lnTo>
                    <a:pt x="776465" y="52946"/>
                  </a:lnTo>
                  <a:lnTo>
                    <a:pt x="758812" y="52946"/>
                  </a:lnTo>
                  <a:lnTo>
                    <a:pt x="741172" y="52946"/>
                  </a:lnTo>
                  <a:lnTo>
                    <a:pt x="723519" y="52946"/>
                  </a:lnTo>
                  <a:lnTo>
                    <a:pt x="723519" y="70586"/>
                  </a:lnTo>
                  <a:lnTo>
                    <a:pt x="723519" y="88239"/>
                  </a:lnTo>
                  <a:lnTo>
                    <a:pt x="705878" y="88239"/>
                  </a:lnTo>
                  <a:lnTo>
                    <a:pt x="705878" y="70586"/>
                  </a:lnTo>
                  <a:lnTo>
                    <a:pt x="723519" y="70586"/>
                  </a:lnTo>
                  <a:lnTo>
                    <a:pt x="723519" y="52946"/>
                  </a:lnTo>
                  <a:lnTo>
                    <a:pt x="723519" y="17653"/>
                  </a:lnTo>
                  <a:lnTo>
                    <a:pt x="705878" y="17653"/>
                  </a:lnTo>
                  <a:lnTo>
                    <a:pt x="705878" y="52946"/>
                  </a:lnTo>
                  <a:lnTo>
                    <a:pt x="688225" y="52946"/>
                  </a:lnTo>
                  <a:lnTo>
                    <a:pt x="688225" y="88239"/>
                  </a:lnTo>
                  <a:lnTo>
                    <a:pt x="670585" y="88239"/>
                  </a:lnTo>
                  <a:lnTo>
                    <a:pt x="670585" y="105879"/>
                  </a:lnTo>
                  <a:lnTo>
                    <a:pt x="688225" y="105879"/>
                  </a:lnTo>
                  <a:lnTo>
                    <a:pt x="688225" y="123532"/>
                  </a:lnTo>
                  <a:lnTo>
                    <a:pt x="705878" y="123532"/>
                  </a:lnTo>
                  <a:lnTo>
                    <a:pt x="705878" y="141173"/>
                  </a:lnTo>
                  <a:lnTo>
                    <a:pt x="723519" y="141173"/>
                  </a:lnTo>
                  <a:lnTo>
                    <a:pt x="723519" y="158826"/>
                  </a:lnTo>
                  <a:lnTo>
                    <a:pt x="741172" y="158826"/>
                  </a:lnTo>
                  <a:lnTo>
                    <a:pt x="758812" y="158826"/>
                  </a:lnTo>
                  <a:lnTo>
                    <a:pt x="776465" y="158826"/>
                  </a:lnTo>
                  <a:lnTo>
                    <a:pt x="794118" y="158826"/>
                  </a:lnTo>
                  <a:lnTo>
                    <a:pt x="794118" y="176466"/>
                  </a:lnTo>
                  <a:lnTo>
                    <a:pt x="811758" y="176466"/>
                  </a:lnTo>
                  <a:lnTo>
                    <a:pt x="811758" y="158826"/>
                  </a:lnTo>
                  <a:lnTo>
                    <a:pt x="829411" y="158826"/>
                  </a:lnTo>
                  <a:lnTo>
                    <a:pt x="829411" y="176466"/>
                  </a:lnTo>
                  <a:lnTo>
                    <a:pt x="847051" y="176466"/>
                  </a:lnTo>
                  <a:lnTo>
                    <a:pt x="864704" y="176466"/>
                  </a:lnTo>
                  <a:lnTo>
                    <a:pt x="864704" y="158826"/>
                  </a:lnTo>
                  <a:close/>
                </a:path>
                <a:path w="864870" h="264795">
                  <a:moveTo>
                    <a:pt x="864704" y="123532"/>
                  </a:moveTo>
                  <a:lnTo>
                    <a:pt x="847051" y="123532"/>
                  </a:lnTo>
                  <a:lnTo>
                    <a:pt x="847051" y="141173"/>
                  </a:lnTo>
                  <a:lnTo>
                    <a:pt x="864704" y="141173"/>
                  </a:lnTo>
                  <a:lnTo>
                    <a:pt x="864704" y="123532"/>
                  </a:lnTo>
                  <a:close/>
                </a:path>
                <a:path w="864870" h="264795">
                  <a:moveTo>
                    <a:pt x="864704" y="17653"/>
                  </a:moveTo>
                  <a:lnTo>
                    <a:pt x="847051" y="17653"/>
                  </a:lnTo>
                  <a:lnTo>
                    <a:pt x="829411" y="17653"/>
                  </a:lnTo>
                  <a:lnTo>
                    <a:pt x="829411" y="35293"/>
                  </a:lnTo>
                  <a:lnTo>
                    <a:pt x="847051" y="35293"/>
                  </a:lnTo>
                  <a:lnTo>
                    <a:pt x="847051" y="52946"/>
                  </a:lnTo>
                  <a:lnTo>
                    <a:pt x="829411" y="52946"/>
                  </a:lnTo>
                  <a:lnTo>
                    <a:pt x="811758" y="52946"/>
                  </a:lnTo>
                  <a:lnTo>
                    <a:pt x="811758" y="70586"/>
                  </a:lnTo>
                  <a:lnTo>
                    <a:pt x="829411" y="70586"/>
                  </a:lnTo>
                  <a:lnTo>
                    <a:pt x="829411" y="105879"/>
                  </a:lnTo>
                  <a:lnTo>
                    <a:pt x="847051" y="105879"/>
                  </a:lnTo>
                  <a:lnTo>
                    <a:pt x="864704" y="105879"/>
                  </a:lnTo>
                  <a:lnTo>
                    <a:pt x="864704" y="88239"/>
                  </a:lnTo>
                  <a:lnTo>
                    <a:pt x="847051" y="88239"/>
                  </a:lnTo>
                  <a:lnTo>
                    <a:pt x="847051" y="70586"/>
                  </a:lnTo>
                  <a:lnTo>
                    <a:pt x="864704" y="70586"/>
                  </a:lnTo>
                  <a:lnTo>
                    <a:pt x="864704" y="1765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9150845" y="6439059"/>
              <a:ext cx="864869" cy="318135"/>
            </a:xfrm>
            <a:custGeom>
              <a:avLst/>
              <a:gdLst/>
              <a:ahLst/>
              <a:cxnLst/>
              <a:rect l="l" t="t" r="r" b="b"/>
              <a:pathLst>
                <a:path w="864870" h="318134">
                  <a:moveTo>
                    <a:pt x="35293" y="264706"/>
                  </a:moveTo>
                  <a:lnTo>
                    <a:pt x="17640" y="264706"/>
                  </a:lnTo>
                  <a:lnTo>
                    <a:pt x="17640" y="282359"/>
                  </a:lnTo>
                  <a:lnTo>
                    <a:pt x="35293" y="282359"/>
                  </a:lnTo>
                  <a:lnTo>
                    <a:pt x="35293" y="264706"/>
                  </a:lnTo>
                  <a:close/>
                </a:path>
                <a:path w="864870" h="318134">
                  <a:moveTo>
                    <a:pt x="35293" y="229412"/>
                  </a:moveTo>
                  <a:lnTo>
                    <a:pt x="17640" y="229412"/>
                  </a:lnTo>
                  <a:lnTo>
                    <a:pt x="17640" y="211772"/>
                  </a:lnTo>
                  <a:lnTo>
                    <a:pt x="0" y="211772"/>
                  </a:lnTo>
                  <a:lnTo>
                    <a:pt x="0" y="264706"/>
                  </a:lnTo>
                  <a:lnTo>
                    <a:pt x="17640" y="264706"/>
                  </a:lnTo>
                  <a:lnTo>
                    <a:pt x="17640" y="247065"/>
                  </a:lnTo>
                  <a:lnTo>
                    <a:pt x="35293" y="247065"/>
                  </a:lnTo>
                  <a:lnTo>
                    <a:pt x="35293" y="229412"/>
                  </a:lnTo>
                  <a:close/>
                </a:path>
                <a:path w="864870" h="318134">
                  <a:moveTo>
                    <a:pt x="35293" y="194119"/>
                  </a:moveTo>
                  <a:lnTo>
                    <a:pt x="17640" y="194119"/>
                  </a:lnTo>
                  <a:lnTo>
                    <a:pt x="17640" y="211772"/>
                  </a:lnTo>
                  <a:lnTo>
                    <a:pt x="35293" y="211772"/>
                  </a:lnTo>
                  <a:lnTo>
                    <a:pt x="35293" y="194119"/>
                  </a:lnTo>
                  <a:close/>
                </a:path>
                <a:path w="864870" h="318134">
                  <a:moveTo>
                    <a:pt x="52933" y="211772"/>
                  </a:moveTo>
                  <a:lnTo>
                    <a:pt x="35293" y="211772"/>
                  </a:lnTo>
                  <a:lnTo>
                    <a:pt x="35293" y="229412"/>
                  </a:lnTo>
                  <a:lnTo>
                    <a:pt x="52933" y="229412"/>
                  </a:lnTo>
                  <a:lnTo>
                    <a:pt x="52933" y="211772"/>
                  </a:lnTo>
                  <a:close/>
                </a:path>
                <a:path w="864870" h="318134">
                  <a:moveTo>
                    <a:pt x="105879" y="141185"/>
                  </a:moveTo>
                  <a:lnTo>
                    <a:pt x="88226" y="141185"/>
                  </a:lnTo>
                  <a:lnTo>
                    <a:pt x="70586" y="141185"/>
                  </a:lnTo>
                  <a:lnTo>
                    <a:pt x="70586" y="158826"/>
                  </a:lnTo>
                  <a:lnTo>
                    <a:pt x="88226" y="158826"/>
                  </a:lnTo>
                  <a:lnTo>
                    <a:pt x="105879" y="158826"/>
                  </a:lnTo>
                  <a:lnTo>
                    <a:pt x="105879" y="141185"/>
                  </a:lnTo>
                  <a:close/>
                </a:path>
                <a:path w="864870" h="318134">
                  <a:moveTo>
                    <a:pt x="123532" y="123532"/>
                  </a:moveTo>
                  <a:lnTo>
                    <a:pt x="105879" y="123532"/>
                  </a:lnTo>
                  <a:lnTo>
                    <a:pt x="105879" y="141185"/>
                  </a:lnTo>
                  <a:lnTo>
                    <a:pt x="123532" y="141185"/>
                  </a:lnTo>
                  <a:lnTo>
                    <a:pt x="123532" y="123532"/>
                  </a:lnTo>
                  <a:close/>
                </a:path>
                <a:path w="864870" h="318134">
                  <a:moveTo>
                    <a:pt x="176466" y="229412"/>
                  </a:moveTo>
                  <a:lnTo>
                    <a:pt x="158826" y="229412"/>
                  </a:lnTo>
                  <a:lnTo>
                    <a:pt x="158826" y="247065"/>
                  </a:lnTo>
                  <a:lnTo>
                    <a:pt x="176466" y="247065"/>
                  </a:lnTo>
                  <a:lnTo>
                    <a:pt x="176466" y="229412"/>
                  </a:lnTo>
                  <a:close/>
                </a:path>
                <a:path w="864870" h="318134">
                  <a:moveTo>
                    <a:pt x="194119" y="176479"/>
                  </a:moveTo>
                  <a:lnTo>
                    <a:pt x="176466" y="176479"/>
                  </a:lnTo>
                  <a:lnTo>
                    <a:pt x="158826" y="176479"/>
                  </a:lnTo>
                  <a:lnTo>
                    <a:pt x="158826" y="194119"/>
                  </a:lnTo>
                  <a:lnTo>
                    <a:pt x="176466" y="194119"/>
                  </a:lnTo>
                  <a:lnTo>
                    <a:pt x="194119" y="194119"/>
                  </a:lnTo>
                  <a:lnTo>
                    <a:pt x="194119" y="176479"/>
                  </a:lnTo>
                  <a:close/>
                </a:path>
                <a:path w="864870" h="318134">
                  <a:moveTo>
                    <a:pt x="194119" y="105879"/>
                  </a:moveTo>
                  <a:lnTo>
                    <a:pt x="176466" y="105879"/>
                  </a:lnTo>
                  <a:lnTo>
                    <a:pt x="176466" y="123532"/>
                  </a:lnTo>
                  <a:lnTo>
                    <a:pt x="194119" y="123532"/>
                  </a:lnTo>
                  <a:lnTo>
                    <a:pt x="194119" y="105879"/>
                  </a:lnTo>
                  <a:close/>
                </a:path>
                <a:path w="864870" h="318134">
                  <a:moveTo>
                    <a:pt x="211759" y="194119"/>
                  </a:moveTo>
                  <a:lnTo>
                    <a:pt x="194119" y="194119"/>
                  </a:lnTo>
                  <a:lnTo>
                    <a:pt x="194119" y="211772"/>
                  </a:lnTo>
                  <a:lnTo>
                    <a:pt x="211759" y="211772"/>
                  </a:lnTo>
                  <a:lnTo>
                    <a:pt x="211759" y="194119"/>
                  </a:lnTo>
                  <a:close/>
                </a:path>
                <a:path w="864870" h="318134">
                  <a:moveTo>
                    <a:pt x="211759" y="35293"/>
                  </a:moveTo>
                  <a:lnTo>
                    <a:pt x="194119" y="35293"/>
                  </a:lnTo>
                  <a:lnTo>
                    <a:pt x="176466" y="35293"/>
                  </a:lnTo>
                  <a:lnTo>
                    <a:pt x="176466" y="70586"/>
                  </a:lnTo>
                  <a:lnTo>
                    <a:pt x="158826" y="70586"/>
                  </a:lnTo>
                  <a:lnTo>
                    <a:pt x="158826" y="88239"/>
                  </a:lnTo>
                  <a:lnTo>
                    <a:pt x="141173" y="88239"/>
                  </a:lnTo>
                  <a:lnTo>
                    <a:pt x="141173" y="105879"/>
                  </a:lnTo>
                  <a:lnTo>
                    <a:pt x="123532" y="105879"/>
                  </a:lnTo>
                  <a:lnTo>
                    <a:pt x="123532" y="123532"/>
                  </a:lnTo>
                  <a:lnTo>
                    <a:pt x="141173" y="123532"/>
                  </a:lnTo>
                  <a:lnTo>
                    <a:pt x="141173" y="141185"/>
                  </a:lnTo>
                  <a:lnTo>
                    <a:pt x="158826" y="141185"/>
                  </a:lnTo>
                  <a:lnTo>
                    <a:pt x="158826" y="158826"/>
                  </a:lnTo>
                  <a:lnTo>
                    <a:pt x="176466" y="158826"/>
                  </a:lnTo>
                  <a:lnTo>
                    <a:pt x="194119" y="158826"/>
                  </a:lnTo>
                  <a:lnTo>
                    <a:pt x="211759" y="158826"/>
                  </a:lnTo>
                  <a:lnTo>
                    <a:pt x="211759" y="141185"/>
                  </a:lnTo>
                  <a:lnTo>
                    <a:pt x="194119" y="141185"/>
                  </a:lnTo>
                  <a:lnTo>
                    <a:pt x="176466" y="141185"/>
                  </a:lnTo>
                  <a:lnTo>
                    <a:pt x="176466" y="123532"/>
                  </a:lnTo>
                  <a:lnTo>
                    <a:pt x="158826" y="123532"/>
                  </a:lnTo>
                  <a:lnTo>
                    <a:pt x="158826" y="105879"/>
                  </a:lnTo>
                  <a:lnTo>
                    <a:pt x="176466" y="105879"/>
                  </a:lnTo>
                  <a:lnTo>
                    <a:pt x="176466" y="88239"/>
                  </a:lnTo>
                  <a:lnTo>
                    <a:pt x="194119" y="88239"/>
                  </a:lnTo>
                  <a:lnTo>
                    <a:pt x="194119" y="52946"/>
                  </a:lnTo>
                  <a:lnTo>
                    <a:pt x="211759" y="52946"/>
                  </a:lnTo>
                  <a:lnTo>
                    <a:pt x="211759" y="35293"/>
                  </a:lnTo>
                  <a:close/>
                </a:path>
                <a:path w="864870" h="318134">
                  <a:moveTo>
                    <a:pt x="229400" y="176479"/>
                  </a:moveTo>
                  <a:lnTo>
                    <a:pt x="211759" y="176479"/>
                  </a:lnTo>
                  <a:lnTo>
                    <a:pt x="211759" y="194119"/>
                  </a:lnTo>
                  <a:lnTo>
                    <a:pt x="229400" y="194119"/>
                  </a:lnTo>
                  <a:lnTo>
                    <a:pt x="229400" y="176479"/>
                  </a:lnTo>
                  <a:close/>
                </a:path>
                <a:path w="864870" h="318134">
                  <a:moveTo>
                    <a:pt x="229400" y="105879"/>
                  </a:moveTo>
                  <a:lnTo>
                    <a:pt x="211759" y="105879"/>
                  </a:lnTo>
                  <a:lnTo>
                    <a:pt x="211759" y="141185"/>
                  </a:lnTo>
                  <a:lnTo>
                    <a:pt x="229400" y="141185"/>
                  </a:lnTo>
                  <a:lnTo>
                    <a:pt x="229400" y="105879"/>
                  </a:lnTo>
                  <a:close/>
                </a:path>
                <a:path w="864870" h="318134">
                  <a:moveTo>
                    <a:pt x="264706" y="229412"/>
                  </a:moveTo>
                  <a:lnTo>
                    <a:pt x="247053" y="229412"/>
                  </a:lnTo>
                  <a:lnTo>
                    <a:pt x="247053" y="247065"/>
                  </a:lnTo>
                  <a:lnTo>
                    <a:pt x="264706" y="247065"/>
                  </a:lnTo>
                  <a:lnTo>
                    <a:pt x="264706" y="229412"/>
                  </a:lnTo>
                  <a:close/>
                </a:path>
                <a:path w="864870" h="318134">
                  <a:moveTo>
                    <a:pt x="282346" y="17653"/>
                  </a:moveTo>
                  <a:lnTo>
                    <a:pt x="264706" y="17653"/>
                  </a:lnTo>
                  <a:lnTo>
                    <a:pt x="264706" y="0"/>
                  </a:lnTo>
                  <a:lnTo>
                    <a:pt x="247053" y="0"/>
                  </a:lnTo>
                  <a:lnTo>
                    <a:pt x="247053" y="17653"/>
                  </a:lnTo>
                  <a:lnTo>
                    <a:pt x="229400" y="17653"/>
                  </a:lnTo>
                  <a:lnTo>
                    <a:pt x="211759" y="17653"/>
                  </a:lnTo>
                  <a:lnTo>
                    <a:pt x="211759" y="35293"/>
                  </a:lnTo>
                  <a:lnTo>
                    <a:pt x="229400" y="35293"/>
                  </a:lnTo>
                  <a:lnTo>
                    <a:pt x="247053" y="35293"/>
                  </a:lnTo>
                  <a:lnTo>
                    <a:pt x="264706" y="35293"/>
                  </a:lnTo>
                  <a:lnTo>
                    <a:pt x="282346" y="35293"/>
                  </a:lnTo>
                  <a:lnTo>
                    <a:pt x="282346" y="17653"/>
                  </a:lnTo>
                  <a:close/>
                </a:path>
                <a:path w="864870" h="318134">
                  <a:moveTo>
                    <a:pt x="299999" y="247065"/>
                  </a:moveTo>
                  <a:lnTo>
                    <a:pt x="282346" y="247065"/>
                  </a:lnTo>
                  <a:lnTo>
                    <a:pt x="264706" y="247065"/>
                  </a:lnTo>
                  <a:lnTo>
                    <a:pt x="264706" y="264706"/>
                  </a:lnTo>
                  <a:lnTo>
                    <a:pt x="282346" y="264706"/>
                  </a:lnTo>
                  <a:lnTo>
                    <a:pt x="299999" y="264706"/>
                  </a:lnTo>
                  <a:lnTo>
                    <a:pt x="299999" y="247065"/>
                  </a:lnTo>
                  <a:close/>
                </a:path>
                <a:path w="864870" h="318134">
                  <a:moveTo>
                    <a:pt x="299999" y="211772"/>
                  </a:moveTo>
                  <a:lnTo>
                    <a:pt x="282346" y="211772"/>
                  </a:lnTo>
                  <a:lnTo>
                    <a:pt x="282346" y="194119"/>
                  </a:lnTo>
                  <a:lnTo>
                    <a:pt x="264706" y="194119"/>
                  </a:lnTo>
                  <a:lnTo>
                    <a:pt x="247053" y="194119"/>
                  </a:lnTo>
                  <a:lnTo>
                    <a:pt x="229400" y="194119"/>
                  </a:lnTo>
                  <a:lnTo>
                    <a:pt x="229400" y="211772"/>
                  </a:lnTo>
                  <a:lnTo>
                    <a:pt x="211759" y="211772"/>
                  </a:lnTo>
                  <a:lnTo>
                    <a:pt x="211759" y="229412"/>
                  </a:lnTo>
                  <a:lnTo>
                    <a:pt x="229400" y="229412"/>
                  </a:lnTo>
                  <a:lnTo>
                    <a:pt x="247053" y="229412"/>
                  </a:lnTo>
                  <a:lnTo>
                    <a:pt x="247053" y="211772"/>
                  </a:lnTo>
                  <a:lnTo>
                    <a:pt x="264706" y="211772"/>
                  </a:lnTo>
                  <a:lnTo>
                    <a:pt x="264706" y="229412"/>
                  </a:lnTo>
                  <a:lnTo>
                    <a:pt x="282346" y="229412"/>
                  </a:lnTo>
                  <a:lnTo>
                    <a:pt x="299999" y="229412"/>
                  </a:lnTo>
                  <a:lnTo>
                    <a:pt x="299999" y="211772"/>
                  </a:lnTo>
                  <a:close/>
                </a:path>
                <a:path w="864870" h="318134">
                  <a:moveTo>
                    <a:pt x="299999" y="141185"/>
                  </a:moveTo>
                  <a:lnTo>
                    <a:pt x="282346" y="141185"/>
                  </a:lnTo>
                  <a:lnTo>
                    <a:pt x="282346" y="123532"/>
                  </a:lnTo>
                  <a:lnTo>
                    <a:pt x="264706" y="123532"/>
                  </a:lnTo>
                  <a:lnTo>
                    <a:pt x="247053" y="123532"/>
                  </a:lnTo>
                  <a:lnTo>
                    <a:pt x="247053" y="141185"/>
                  </a:lnTo>
                  <a:lnTo>
                    <a:pt x="229400" y="141185"/>
                  </a:lnTo>
                  <a:lnTo>
                    <a:pt x="229400" y="176479"/>
                  </a:lnTo>
                  <a:lnTo>
                    <a:pt x="247053" y="176479"/>
                  </a:lnTo>
                  <a:lnTo>
                    <a:pt x="247053" y="158826"/>
                  </a:lnTo>
                  <a:lnTo>
                    <a:pt x="264706" y="158826"/>
                  </a:lnTo>
                  <a:lnTo>
                    <a:pt x="264706" y="176479"/>
                  </a:lnTo>
                  <a:lnTo>
                    <a:pt x="282346" y="176479"/>
                  </a:lnTo>
                  <a:lnTo>
                    <a:pt x="282346" y="158826"/>
                  </a:lnTo>
                  <a:lnTo>
                    <a:pt x="299999" y="158826"/>
                  </a:lnTo>
                  <a:lnTo>
                    <a:pt x="299999" y="141185"/>
                  </a:lnTo>
                  <a:close/>
                </a:path>
                <a:path w="864870" h="318134">
                  <a:moveTo>
                    <a:pt x="317639" y="176479"/>
                  </a:moveTo>
                  <a:lnTo>
                    <a:pt x="299999" y="176479"/>
                  </a:lnTo>
                  <a:lnTo>
                    <a:pt x="299999" y="194119"/>
                  </a:lnTo>
                  <a:lnTo>
                    <a:pt x="317639" y="194119"/>
                  </a:lnTo>
                  <a:lnTo>
                    <a:pt x="317639" y="176479"/>
                  </a:lnTo>
                  <a:close/>
                </a:path>
                <a:path w="864870" h="318134">
                  <a:moveTo>
                    <a:pt x="317639" y="0"/>
                  </a:moveTo>
                  <a:lnTo>
                    <a:pt x="299999" y="0"/>
                  </a:lnTo>
                  <a:lnTo>
                    <a:pt x="299999" y="17653"/>
                  </a:lnTo>
                  <a:lnTo>
                    <a:pt x="317639" y="17653"/>
                  </a:lnTo>
                  <a:lnTo>
                    <a:pt x="317639" y="0"/>
                  </a:lnTo>
                  <a:close/>
                </a:path>
                <a:path w="864870" h="318134">
                  <a:moveTo>
                    <a:pt x="352933" y="141185"/>
                  </a:moveTo>
                  <a:lnTo>
                    <a:pt x="335292" y="141185"/>
                  </a:lnTo>
                  <a:lnTo>
                    <a:pt x="317639" y="141185"/>
                  </a:lnTo>
                  <a:lnTo>
                    <a:pt x="317639" y="176479"/>
                  </a:lnTo>
                  <a:lnTo>
                    <a:pt x="335292" y="176479"/>
                  </a:lnTo>
                  <a:lnTo>
                    <a:pt x="335292" y="158826"/>
                  </a:lnTo>
                  <a:lnTo>
                    <a:pt x="352933" y="158826"/>
                  </a:lnTo>
                  <a:lnTo>
                    <a:pt x="352933" y="141185"/>
                  </a:lnTo>
                  <a:close/>
                </a:path>
                <a:path w="864870" h="318134">
                  <a:moveTo>
                    <a:pt x="370586" y="88239"/>
                  </a:moveTo>
                  <a:lnTo>
                    <a:pt x="352933" y="88239"/>
                  </a:lnTo>
                  <a:lnTo>
                    <a:pt x="352933" y="70586"/>
                  </a:lnTo>
                  <a:lnTo>
                    <a:pt x="335292" y="70586"/>
                  </a:lnTo>
                  <a:lnTo>
                    <a:pt x="335292" y="88239"/>
                  </a:lnTo>
                  <a:lnTo>
                    <a:pt x="317639" y="88239"/>
                  </a:lnTo>
                  <a:lnTo>
                    <a:pt x="317639" y="105879"/>
                  </a:lnTo>
                  <a:lnTo>
                    <a:pt x="335292" y="105879"/>
                  </a:lnTo>
                  <a:lnTo>
                    <a:pt x="335292" y="123532"/>
                  </a:lnTo>
                  <a:lnTo>
                    <a:pt x="352933" y="123532"/>
                  </a:lnTo>
                  <a:lnTo>
                    <a:pt x="370586" y="123532"/>
                  </a:lnTo>
                  <a:lnTo>
                    <a:pt x="370586" y="88239"/>
                  </a:lnTo>
                  <a:close/>
                </a:path>
                <a:path w="864870" h="318134">
                  <a:moveTo>
                    <a:pt x="441172" y="123532"/>
                  </a:moveTo>
                  <a:lnTo>
                    <a:pt x="423519" y="123532"/>
                  </a:lnTo>
                  <a:lnTo>
                    <a:pt x="423519" y="105879"/>
                  </a:lnTo>
                  <a:lnTo>
                    <a:pt x="405879" y="105879"/>
                  </a:lnTo>
                  <a:lnTo>
                    <a:pt x="405879" y="88239"/>
                  </a:lnTo>
                  <a:lnTo>
                    <a:pt x="388226" y="88239"/>
                  </a:lnTo>
                  <a:lnTo>
                    <a:pt x="388226" y="158826"/>
                  </a:lnTo>
                  <a:lnTo>
                    <a:pt x="405879" y="158826"/>
                  </a:lnTo>
                  <a:lnTo>
                    <a:pt x="423519" y="158826"/>
                  </a:lnTo>
                  <a:lnTo>
                    <a:pt x="423519" y="141185"/>
                  </a:lnTo>
                  <a:lnTo>
                    <a:pt x="441172" y="141185"/>
                  </a:lnTo>
                  <a:lnTo>
                    <a:pt x="441172" y="123532"/>
                  </a:lnTo>
                  <a:close/>
                </a:path>
                <a:path w="864870" h="318134">
                  <a:moveTo>
                    <a:pt x="494118" y="282359"/>
                  </a:moveTo>
                  <a:lnTo>
                    <a:pt x="476465" y="282359"/>
                  </a:lnTo>
                  <a:lnTo>
                    <a:pt x="458825" y="282359"/>
                  </a:lnTo>
                  <a:lnTo>
                    <a:pt x="458825" y="264706"/>
                  </a:lnTo>
                  <a:lnTo>
                    <a:pt x="441172" y="264706"/>
                  </a:lnTo>
                  <a:lnTo>
                    <a:pt x="423519" y="264706"/>
                  </a:lnTo>
                  <a:lnTo>
                    <a:pt x="423519" y="247065"/>
                  </a:lnTo>
                  <a:lnTo>
                    <a:pt x="405879" y="247065"/>
                  </a:lnTo>
                  <a:lnTo>
                    <a:pt x="405879" y="282359"/>
                  </a:lnTo>
                  <a:lnTo>
                    <a:pt x="423519" y="282359"/>
                  </a:lnTo>
                  <a:lnTo>
                    <a:pt x="423519" y="299999"/>
                  </a:lnTo>
                  <a:lnTo>
                    <a:pt x="441172" y="299999"/>
                  </a:lnTo>
                  <a:lnTo>
                    <a:pt x="458825" y="299999"/>
                  </a:lnTo>
                  <a:lnTo>
                    <a:pt x="458825" y="317652"/>
                  </a:lnTo>
                  <a:lnTo>
                    <a:pt x="476465" y="317652"/>
                  </a:lnTo>
                  <a:lnTo>
                    <a:pt x="476465" y="299999"/>
                  </a:lnTo>
                  <a:lnTo>
                    <a:pt x="494118" y="299999"/>
                  </a:lnTo>
                  <a:lnTo>
                    <a:pt x="494118" y="282359"/>
                  </a:lnTo>
                  <a:close/>
                </a:path>
                <a:path w="864870" h="318134">
                  <a:moveTo>
                    <a:pt x="494118" y="141185"/>
                  </a:moveTo>
                  <a:lnTo>
                    <a:pt x="476465" y="141185"/>
                  </a:lnTo>
                  <a:lnTo>
                    <a:pt x="458825" y="141185"/>
                  </a:lnTo>
                  <a:lnTo>
                    <a:pt x="441172" y="141185"/>
                  </a:lnTo>
                  <a:lnTo>
                    <a:pt x="441172" y="158826"/>
                  </a:lnTo>
                  <a:lnTo>
                    <a:pt x="458825" y="158826"/>
                  </a:lnTo>
                  <a:lnTo>
                    <a:pt x="476465" y="158826"/>
                  </a:lnTo>
                  <a:lnTo>
                    <a:pt x="494118" y="158826"/>
                  </a:lnTo>
                  <a:lnTo>
                    <a:pt x="494118" y="141185"/>
                  </a:lnTo>
                  <a:close/>
                </a:path>
                <a:path w="864870" h="318134">
                  <a:moveTo>
                    <a:pt x="511759" y="88239"/>
                  </a:moveTo>
                  <a:lnTo>
                    <a:pt x="494118" y="88239"/>
                  </a:lnTo>
                  <a:lnTo>
                    <a:pt x="476465" y="88239"/>
                  </a:lnTo>
                  <a:lnTo>
                    <a:pt x="458825" y="88239"/>
                  </a:lnTo>
                  <a:lnTo>
                    <a:pt x="441172" y="88239"/>
                  </a:lnTo>
                  <a:lnTo>
                    <a:pt x="441172" y="123532"/>
                  </a:lnTo>
                  <a:lnTo>
                    <a:pt x="458825" y="123532"/>
                  </a:lnTo>
                  <a:lnTo>
                    <a:pt x="458825" y="105879"/>
                  </a:lnTo>
                  <a:lnTo>
                    <a:pt x="476465" y="105879"/>
                  </a:lnTo>
                  <a:lnTo>
                    <a:pt x="494118" y="105879"/>
                  </a:lnTo>
                  <a:lnTo>
                    <a:pt x="494118" y="123532"/>
                  </a:lnTo>
                  <a:lnTo>
                    <a:pt x="511759" y="123532"/>
                  </a:lnTo>
                  <a:lnTo>
                    <a:pt x="511759" y="88239"/>
                  </a:lnTo>
                  <a:close/>
                </a:path>
                <a:path w="864870" h="318134">
                  <a:moveTo>
                    <a:pt x="529412" y="229412"/>
                  </a:moveTo>
                  <a:lnTo>
                    <a:pt x="511759" y="229412"/>
                  </a:lnTo>
                  <a:lnTo>
                    <a:pt x="511759" y="211772"/>
                  </a:lnTo>
                  <a:lnTo>
                    <a:pt x="494118" y="211772"/>
                  </a:lnTo>
                  <a:lnTo>
                    <a:pt x="494118" y="194119"/>
                  </a:lnTo>
                  <a:lnTo>
                    <a:pt x="476465" y="194119"/>
                  </a:lnTo>
                  <a:lnTo>
                    <a:pt x="476465" y="229412"/>
                  </a:lnTo>
                  <a:lnTo>
                    <a:pt x="494118" y="229412"/>
                  </a:lnTo>
                  <a:lnTo>
                    <a:pt x="494118" y="264706"/>
                  </a:lnTo>
                  <a:lnTo>
                    <a:pt x="511759" y="264706"/>
                  </a:lnTo>
                  <a:lnTo>
                    <a:pt x="511759" y="247065"/>
                  </a:lnTo>
                  <a:lnTo>
                    <a:pt x="529412" y="247065"/>
                  </a:lnTo>
                  <a:lnTo>
                    <a:pt x="529412" y="229412"/>
                  </a:lnTo>
                  <a:close/>
                </a:path>
                <a:path w="864870" h="318134">
                  <a:moveTo>
                    <a:pt x="547052" y="211772"/>
                  </a:moveTo>
                  <a:lnTo>
                    <a:pt x="529412" y="211772"/>
                  </a:lnTo>
                  <a:lnTo>
                    <a:pt x="529412" y="229412"/>
                  </a:lnTo>
                  <a:lnTo>
                    <a:pt x="547052" y="229412"/>
                  </a:lnTo>
                  <a:lnTo>
                    <a:pt x="547052" y="211772"/>
                  </a:lnTo>
                  <a:close/>
                </a:path>
                <a:path w="864870" h="318134">
                  <a:moveTo>
                    <a:pt x="547052" y="158826"/>
                  </a:moveTo>
                  <a:lnTo>
                    <a:pt x="529412" y="158826"/>
                  </a:lnTo>
                  <a:lnTo>
                    <a:pt x="511759" y="158826"/>
                  </a:lnTo>
                  <a:lnTo>
                    <a:pt x="511759" y="211772"/>
                  </a:lnTo>
                  <a:lnTo>
                    <a:pt x="529412" y="211772"/>
                  </a:lnTo>
                  <a:lnTo>
                    <a:pt x="529412" y="176479"/>
                  </a:lnTo>
                  <a:lnTo>
                    <a:pt x="547052" y="176479"/>
                  </a:lnTo>
                  <a:lnTo>
                    <a:pt x="547052" y="158826"/>
                  </a:lnTo>
                  <a:close/>
                </a:path>
                <a:path w="864870" h="318134">
                  <a:moveTo>
                    <a:pt x="617639" y="229412"/>
                  </a:moveTo>
                  <a:lnTo>
                    <a:pt x="599998" y="229412"/>
                  </a:lnTo>
                  <a:lnTo>
                    <a:pt x="582345" y="229412"/>
                  </a:lnTo>
                  <a:lnTo>
                    <a:pt x="582345" y="194119"/>
                  </a:lnTo>
                  <a:lnTo>
                    <a:pt x="564705" y="194119"/>
                  </a:lnTo>
                  <a:lnTo>
                    <a:pt x="547052" y="194119"/>
                  </a:lnTo>
                  <a:lnTo>
                    <a:pt x="547052" y="211772"/>
                  </a:lnTo>
                  <a:lnTo>
                    <a:pt x="564705" y="211772"/>
                  </a:lnTo>
                  <a:lnTo>
                    <a:pt x="564705" y="229412"/>
                  </a:lnTo>
                  <a:lnTo>
                    <a:pt x="547052" y="229412"/>
                  </a:lnTo>
                  <a:lnTo>
                    <a:pt x="547052" y="247065"/>
                  </a:lnTo>
                  <a:lnTo>
                    <a:pt x="564705" y="247065"/>
                  </a:lnTo>
                  <a:lnTo>
                    <a:pt x="564705" y="264706"/>
                  </a:lnTo>
                  <a:lnTo>
                    <a:pt x="582345" y="264706"/>
                  </a:lnTo>
                  <a:lnTo>
                    <a:pt x="599998" y="264706"/>
                  </a:lnTo>
                  <a:lnTo>
                    <a:pt x="599998" y="247065"/>
                  </a:lnTo>
                  <a:lnTo>
                    <a:pt x="617639" y="247065"/>
                  </a:lnTo>
                  <a:lnTo>
                    <a:pt x="617639" y="229412"/>
                  </a:lnTo>
                  <a:close/>
                </a:path>
                <a:path w="864870" h="318134">
                  <a:moveTo>
                    <a:pt x="652945" y="229412"/>
                  </a:moveTo>
                  <a:lnTo>
                    <a:pt x="635292" y="229412"/>
                  </a:lnTo>
                  <a:lnTo>
                    <a:pt x="635292" y="247065"/>
                  </a:lnTo>
                  <a:lnTo>
                    <a:pt x="652945" y="247065"/>
                  </a:lnTo>
                  <a:lnTo>
                    <a:pt x="652945" y="229412"/>
                  </a:lnTo>
                  <a:close/>
                </a:path>
                <a:path w="864870" h="318134">
                  <a:moveTo>
                    <a:pt x="670585" y="247065"/>
                  </a:moveTo>
                  <a:lnTo>
                    <a:pt x="652945" y="247065"/>
                  </a:lnTo>
                  <a:lnTo>
                    <a:pt x="652945" y="264706"/>
                  </a:lnTo>
                  <a:lnTo>
                    <a:pt x="670585" y="264706"/>
                  </a:lnTo>
                  <a:lnTo>
                    <a:pt x="670585" y="247065"/>
                  </a:lnTo>
                  <a:close/>
                </a:path>
                <a:path w="864870" h="318134">
                  <a:moveTo>
                    <a:pt x="723519" y="88239"/>
                  </a:moveTo>
                  <a:lnTo>
                    <a:pt x="705878" y="88239"/>
                  </a:lnTo>
                  <a:lnTo>
                    <a:pt x="705878" y="105879"/>
                  </a:lnTo>
                  <a:lnTo>
                    <a:pt x="705878" y="123532"/>
                  </a:lnTo>
                  <a:lnTo>
                    <a:pt x="688225" y="123532"/>
                  </a:lnTo>
                  <a:lnTo>
                    <a:pt x="688225" y="105879"/>
                  </a:lnTo>
                  <a:lnTo>
                    <a:pt x="705878" y="105879"/>
                  </a:lnTo>
                  <a:lnTo>
                    <a:pt x="705878" y="88239"/>
                  </a:lnTo>
                  <a:lnTo>
                    <a:pt x="688225" y="88239"/>
                  </a:lnTo>
                  <a:lnTo>
                    <a:pt x="670585" y="88239"/>
                  </a:lnTo>
                  <a:lnTo>
                    <a:pt x="670585" y="105879"/>
                  </a:lnTo>
                  <a:lnTo>
                    <a:pt x="652945" y="105879"/>
                  </a:lnTo>
                  <a:lnTo>
                    <a:pt x="652945" y="123532"/>
                  </a:lnTo>
                  <a:lnTo>
                    <a:pt x="635292" y="123532"/>
                  </a:lnTo>
                  <a:lnTo>
                    <a:pt x="635292" y="88239"/>
                  </a:lnTo>
                  <a:lnTo>
                    <a:pt x="617639" y="88239"/>
                  </a:lnTo>
                  <a:lnTo>
                    <a:pt x="617639" y="105879"/>
                  </a:lnTo>
                  <a:lnTo>
                    <a:pt x="599998" y="105879"/>
                  </a:lnTo>
                  <a:lnTo>
                    <a:pt x="599998" y="123532"/>
                  </a:lnTo>
                  <a:lnTo>
                    <a:pt x="582345" y="123532"/>
                  </a:lnTo>
                  <a:lnTo>
                    <a:pt x="564705" y="123532"/>
                  </a:lnTo>
                  <a:lnTo>
                    <a:pt x="547052" y="123532"/>
                  </a:lnTo>
                  <a:lnTo>
                    <a:pt x="529412" y="123532"/>
                  </a:lnTo>
                  <a:lnTo>
                    <a:pt x="511759" y="123532"/>
                  </a:lnTo>
                  <a:lnTo>
                    <a:pt x="511759" y="141185"/>
                  </a:lnTo>
                  <a:lnTo>
                    <a:pt x="617639" y="141185"/>
                  </a:lnTo>
                  <a:lnTo>
                    <a:pt x="617639" y="158826"/>
                  </a:lnTo>
                  <a:lnTo>
                    <a:pt x="599998" y="158826"/>
                  </a:lnTo>
                  <a:lnTo>
                    <a:pt x="582345" y="158826"/>
                  </a:lnTo>
                  <a:lnTo>
                    <a:pt x="564705" y="158826"/>
                  </a:lnTo>
                  <a:lnTo>
                    <a:pt x="564705" y="176479"/>
                  </a:lnTo>
                  <a:lnTo>
                    <a:pt x="582345" y="176479"/>
                  </a:lnTo>
                  <a:lnTo>
                    <a:pt x="599998" y="176479"/>
                  </a:lnTo>
                  <a:lnTo>
                    <a:pt x="599998" y="211772"/>
                  </a:lnTo>
                  <a:lnTo>
                    <a:pt x="617639" y="211772"/>
                  </a:lnTo>
                  <a:lnTo>
                    <a:pt x="635292" y="211772"/>
                  </a:lnTo>
                  <a:lnTo>
                    <a:pt x="652945" y="211772"/>
                  </a:lnTo>
                  <a:lnTo>
                    <a:pt x="670585" y="211772"/>
                  </a:lnTo>
                  <a:lnTo>
                    <a:pt x="670585" y="194119"/>
                  </a:lnTo>
                  <a:lnTo>
                    <a:pt x="688225" y="194119"/>
                  </a:lnTo>
                  <a:lnTo>
                    <a:pt x="688225" y="229412"/>
                  </a:lnTo>
                  <a:lnTo>
                    <a:pt x="670585" y="229412"/>
                  </a:lnTo>
                  <a:lnTo>
                    <a:pt x="670585" y="247065"/>
                  </a:lnTo>
                  <a:lnTo>
                    <a:pt x="688225" y="247065"/>
                  </a:lnTo>
                  <a:lnTo>
                    <a:pt x="705878" y="247065"/>
                  </a:lnTo>
                  <a:lnTo>
                    <a:pt x="705878" y="176479"/>
                  </a:lnTo>
                  <a:lnTo>
                    <a:pt x="688225" y="176479"/>
                  </a:lnTo>
                  <a:lnTo>
                    <a:pt x="688225" y="158826"/>
                  </a:lnTo>
                  <a:lnTo>
                    <a:pt x="670585" y="158826"/>
                  </a:lnTo>
                  <a:lnTo>
                    <a:pt x="670585" y="176479"/>
                  </a:lnTo>
                  <a:lnTo>
                    <a:pt x="652945" y="176479"/>
                  </a:lnTo>
                  <a:lnTo>
                    <a:pt x="652945" y="194119"/>
                  </a:lnTo>
                  <a:lnTo>
                    <a:pt x="635292" y="194119"/>
                  </a:lnTo>
                  <a:lnTo>
                    <a:pt x="635292" y="158826"/>
                  </a:lnTo>
                  <a:lnTo>
                    <a:pt x="652945" y="158826"/>
                  </a:lnTo>
                  <a:lnTo>
                    <a:pt x="652945" y="141185"/>
                  </a:lnTo>
                  <a:lnTo>
                    <a:pt x="670585" y="141185"/>
                  </a:lnTo>
                  <a:lnTo>
                    <a:pt x="688225" y="141185"/>
                  </a:lnTo>
                  <a:lnTo>
                    <a:pt x="688225" y="158826"/>
                  </a:lnTo>
                  <a:lnTo>
                    <a:pt x="705878" y="158826"/>
                  </a:lnTo>
                  <a:lnTo>
                    <a:pt x="705878" y="141185"/>
                  </a:lnTo>
                  <a:lnTo>
                    <a:pt x="723519" y="141185"/>
                  </a:lnTo>
                  <a:lnTo>
                    <a:pt x="723519" y="88239"/>
                  </a:lnTo>
                  <a:close/>
                </a:path>
                <a:path w="864870" h="318134">
                  <a:moveTo>
                    <a:pt x="776465" y="247065"/>
                  </a:moveTo>
                  <a:lnTo>
                    <a:pt x="758812" y="247065"/>
                  </a:lnTo>
                  <a:lnTo>
                    <a:pt x="758812" y="264706"/>
                  </a:lnTo>
                  <a:lnTo>
                    <a:pt x="776465" y="264706"/>
                  </a:lnTo>
                  <a:lnTo>
                    <a:pt x="776465" y="247065"/>
                  </a:lnTo>
                  <a:close/>
                </a:path>
                <a:path w="864870" h="318134">
                  <a:moveTo>
                    <a:pt x="794118" y="105879"/>
                  </a:moveTo>
                  <a:lnTo>
                    <a:pt x="776465" y="105879"/>
                  </a:lnTo>
                  <a:lnTo>
                    <a:pt x="758812" y="105879"/>
                  </a:lnTo>
                  <a:lnTo>
                    <a:pt x="741172" y="105879"/>
                  </a:lnTo>
                  <a:lnTo>
                    <a:pt x="741172" y="141185"/>
                  </a:lnTo>
                  <a:lnTo>
                    <a:pt x="723519" y="141185"/>
                  </a:lnTo>
                  <a:lnTo>
                    <a:pt x="723519" y="158826"/>
                  </a:lnTo>
                  <a:lnTo>
                    <a:pt x="741172" y="158826"/>
                  </a:lnTo>
                  <a:lnTo>
                    <a:pt x="758812" y="158826"/>
                  </a:lnTo>
                  <a:lnTo>
                    <a:pt x="758812" y="141185"/>
                  </a:lnTo>
                  <a:lnTo>
                    <a:pt x="776465" y="141185"/>
                  </a:lnTo>
                  <a:lnTo>
                    <a:pt x="776465" y="123532"/>
                  </a:lnTo>
                  <a:lnTo>
                    <a:pt x="794118" y="123532"/>
                  </a:lnTo>
                  <a:lnTo>
                    <a:pt x="794118" y="105879"/>
                  </a:lnTo>
                  <a:close/>
                </a:path>
                <a:path w="864870" h="318134">
                  <a:moveTo>
                    <a:pt x="811758" y="229412"/>
                  </a:moveTo>
                  <a:lnTo>
                    <a:pt x="794118" y="229412"/>
                  </a:lnTo>
                  <a:lnTo>
                    <a:pt x="794118" y="247065"/>
                  </a:lnTo>
                  <a:lnTo>
                    <a:pt x="811758" y="247065"/>
                  </a:lnTo>
                  <a:lnTo>
                    <a:pt x="811758" y="229412"/>
                  </a:lnTo>
                  <a:close/>
                </a:path>
                <a:path w="864870" h="318134">
                  <a:moveTo>
                    <a:pt x="811758" y="141185"/>
                  </a:moveTo>
                  <a:lnTo>
                    <a:pt x="794118" y="141185"/>
                  </a:lnTo>
                  <a:lnTo>
                    <a:pt x="794118" y="158826"/>
                  </a:lnTo>
                  <a:lnTo>
                    <a:pt x="811758" y="158826"/>
                  </a:lnTo>
                  <a:lnTo>
                    <a:pt x="811758" y="141185"/>
                  </a:lnTo>
                  <a:close/>
                </a:path>
                <a:path w="864870" h="318134">
                  <a:moveTo>
                    <a:pt x="829411" y="123532"/>
                  </a:moveTo>
                  <a:lnTo>
                    <a:pt x="811758" y="123532"/>
                  </a:lnTo>
                  <a:lnTo>
                    <a:pt x="811758" y="141185"/>
                  </a:lnTo>
                  <a:lnTo>
                    <a:pt x="829411" y="141185"/>
                  </a:lnTo>
                  <a:lnTo>
                    <a:pt x="829411" y="123532"/>
                  </a:lnTo>
                  <a:close/>
                </a:path>
                <a:path w="864870" h="318134">
                  <a:moveTo>
                    <a:pt x="864704" y="229412"/>
                  </a:moveTo>
                  <a:lnTo>
                    <a:pt x="847051" y="229412"/>
                  </a:lnTo>
                  <a:lnTo>
                    <a:pt x="829411" y="229412"/>
                  </a:lnTo>
                  <a:lnTo>
                    <a:pt x="829411" y="247065"/>
                  </a:lnTo>
                  <a:lnTo>
                    <a:pt x="847051" y="247065"/>
                  </a:lnTo>
                  <a:lnTo>
                    <a:pt x="864704" y="247065"/>
                  </a:lnTo>
                  <a:lnTo>
                    <a:pt x="864704" y="229412"/>
                  </a:lnTo>
                  <a:close/>
                </a:path>
                <a:path w="864870" h="318134">
                  <a:moveTo>
                    <a:pt x="864704" y="158826"/>
                  </a:moveTo>
                  <a:lnTo>
                    <a:pt x="847051" y="158826"/>
                  </a:lnTo>
                  <a:lnTo>
                    <a:pt x="829411" y="158826"/>
                  </a:lnTo>
                  <a:lnTo>
                    <a:pt x="811758" y="158826"/>
                  </a:lnTo>
                  <a:lnTo>
                    <a:pt x="811758" y="176479"/>
                  </a:lnTo>
                  <a:lnTo>
                    <a:pt x="829411" y="176479"/>
                  </a:lnTo>
                  <a:lnTo>
                    <a:pt x="829411" y="194119"/>
                  </a:lnTo>
                  <a:lnTo>
                    <a:pt x="811758" y="194119"/>
                  </a:lnTo>
                  <a:lnTo>
                    <a:pt x="794118" y="194119"/>
                  </a:lnTo>
                  <a:lnTo>
                    <a:pt x="794118" y="211772"/>
                  </a:lnTo>
                  <a:lnTo>
                    <a:pt x="811758" y="211772"/>
                  </a:lnTo>
                  <a:lnTo>
                    <a:pt x="829411" y="211772"/>
                  </a:lnTo>
                  <a:lnTo>
                    <a:pt x="847051" y="211772"/>
                  </a:lnTo>
                  <a:lnTo>
                    <a:pt x="847051" y="176479"/>
                  </a:lnTo>
                  <a:lnTo>
                    <a:pt x="864704" y="176479"/>
                  </a:lnTo>
                  <a:lnTo>
                    <a:pt x="864704" y="158826"/>
                  </a:lnTo>
                  <a:close/>
                </a:path>
                <a:path w="864870" h="318134">
                  <a:moveTo>
                    <a:pt x="864704" y="123532"/>
                  </a:moveTo>
                  <a:lnTo>
                    <a:pt x="847051" y="123532"/>
                  </a:lnTo>
                  <a:lnTo>
                    <a:pt x="847051" y="141185"/>
                  </a:lnTo>
                  <a:lnTo>
                    <a:pt x="864704" y="141185"/>
                  </a:lnTo>
                  <a:lnTo>
                    <a:pt x="864704" y="12353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9150845" y="6597885"/>
              <a:ext cx="864869" cy="282575"/>
            </a:xfrm>
            <a:custGeom>
              <a:avLst/>
              <a:gdLst/>
              <a:ahLst/>
              <a:cxnLst/>
              <a:rect l="l" t="t" r="r" b="b"/>
              <a:pathLst>
                <a:path w="864870" h="282575">
                  <a:moveTo>
                    <a:pt x="17640" y="229412"/>
                  </a:moveTo>
                  <a:lnTo>
                    <a:pt x="0" y="229412"/>
                  </a:lnTo>
                  <a:lnTo>
                    <a:pt x="0" y="247065"/>
                  </a:lnTo>
                  <a:lnTo>
                    <a:pt x="17640" y="247065"/>
                  </a:lnTo>
                  <a:lnTo>
                    <a:pt x="17640" y="229412"/>
                  </a:lnTo>
                  <a:close/>
                </a:path>
                <a:path w="864870" h="282575">
                  <a:moveTo>
                    <a:pt x="35293" y="211772"/>
                  </a:moveTo>
                  <a:lnTo>
                    <a:pt x="17640" y="211772"/>
                  </a:lnTo>
                  <a:lnTo>
                    <a:pt x="17640" y="229412"/>
                  </a:lnTo>
                  <a:lnTo>
                    <a:pt x="35293" y="229412"/>
                  </a:lnTo>
                  <a:lnTo>
                    <a:pt x="35293" y="211772"/>
                  </a:lnTo>
                  <a:close/>
                </a:path>
                <a:path w="864870" h="282575">
                  <a:moveTo>
                    <a:pt x="35293" y="176479"/>
                  </a:moveTo>
                  <a:lnTo>
                    <a:pt x="17640" y="176479"/>
                  </a:lnTo>
                  <a:lnTo>
                    <a:pt x="17640" y="123532"/>
                  </a:lnTo>
                  <a:lnTo>
                    <a:pt x="0" y="123532"/>
                  </a:lnTo>
                  <a:lnTo>
                    <a:pt x="0" y="211772"/>
                  </a:lnTo>
                  <a:lnTo>
                    <a:pt x="17640" y="211772"/>
                  </a:lnTo>
                  <a:lnTo>
                    <a:pt x="17640" y="194119"/>
                  </a:lnTo>
                  <a:lnTo>
                    <a:pt x="35293" y="194119"/>
                  </a:lnTo>
                  <a:lnTo>
                    <a:pt x="35293" y="176479"/>
                  </a:lnTo>
                  <a:close/>
                </a:path>
                <a:path w="864870" h="282575">
                  <a:moveTo>
                    <a:pt x="35293" y="105879"/>
                  </a:moveTo>
                  <a:lnTo>
                    <a:pt x="17640" y="105879"/>
                  </a:lnTo>
                  <a:lnTo>
                    <a:pt x="17640" y="123532"/>
                  </a:lnTo>
                  <a:lnTo>
                    <a:pt x="35293" y="123532"/>
                  </a:lnTo>
                  <a:lnTo>
                    <a:pt x="35293" y="105879"/>
                  </a:lnTo>
                  <a:close/>
                </a:path>
                <a:path w="864870" h="282575">
                  <a:moveTo>
                    <a:pt x="70586" y="158826"/>
                  </a:moveTo>
                  <a:lnTo>
                    <a:pt x="52933" y="158826"/>
                  </a:lnTo>
                  <a:lnTo>
                    <a:pt x="52933" y="176479"/>
                  </a:lnTo>
                  <a:lnTo>
                    <a:pt x="70586" y="176479"/>
                  </a:lnTo>
                  <a:lnTo>
                    <a:pt x="70586" y="158826"/>
                  </a:lnTo>
                  <a:close/>
                </a:path>
                <a:path w="864870" h="282575">
                  <a:moveTo>
                    <a:pt x="88226" y="123532"/>
                  </a:moveTo>
                  <a:lnTo>
                    <a:pt x="70586" y="123532"/>
                  </a:lnTo>
                  <a:lnTo>
                    <a:pt x="70586" y="88239"/>
                  </a:lnTo>
                  <a:lnTo>
                    <a:pt x="52933" y="88239"/>
                  </a:lnTo>
                  <a:lnTo>
                    <a:pt x="52933" y="123532"/>
                  </a:lnTo>
                  <a:lnTo>
                    <a:pt x="35293" y="123532"/>
                  </a:lnTo>
                  <a:lnTo>
                    <a:pt x="35293" y="141173"/>
                  </a:lnTo>
                  <a:lnTo>
                    <a:pt x="52933" y="141173"/>
                  </a:lnTo>
                  <a:lnTo>
                    <a:pt x="70586" y="141173"/>
                  </a:lnTo>
                  <a:lnTo>
                    <a:pt x="70586" y="158826"/>
                  </a:lnTo>
                  <a:lnTo>
                    <a:pt x="88226" y="158826"/>
                  </a:lnTo>
                  <a:lnTo>
                    <a:pt x="88226" y="123532"/>
                  </a:lnTo>
                  <a:close/>
                </a:path>
                <a:path w="864870" h="282575">
                  <a:moveTo>
                    <a:pt x="105879" y="158826"/>
                  </a:moveTo>
                  <a:lnTo>
                    <a:pt x="88226" y="158826"/>
                  </a:lnTo>
                  <a:lnTo>
                    <a:pt x="88226" y="176479"/>
                  </a:lnTo>
                  <a:lnTo>
                    <a:pt x="105879" y="176479"/>
                  </a:lnTo>
                  <a:lnTo>
                    <a:pt x="105879" y="158826"/>
                  </a:lnTo>
                  <a:close/>
                </a:path>
                <a:path w="864870" h="282575">
                  <a:moveTo>
                    <a:pt x="123532" y="141173"/>
                  </a:moveTo>
                  <a:lnTo>
                    <a:pt x="105879" y="141173"/>
                  </a:lnTo>
                  <a:lnTo>
                    <a:pt x="105879" y="158826"/>
                  </a:lnTo>
                  <a:lnTo>
                    <a:pt x="123532" y="158826"/>
                  </a:lnTo>
                  <a:lnTo>
                    <a:pt x="123532" y="141173"/>
                  </a:lnTo>
                  <a:close/>
                </a:path>
                <a:path w="864870" h="282575">
                  <a:moveTo>
                    <a:pt x="123532" y="105879"/>
                  </a:moveTo>
                  <a:lnTo>
                    <a:pt x="105879" y="105879"/>
                  </a:lnTo>
                  <a:lnTo>
                    <a:pt x="88226" y="105879"/>
                  </a:lnTo>
                  <a:lnTo>
                    <a:pt x="88226" y="123532"/>
                  </a:lnTo>
                  <a:lnTo>
                    <a:pt x="105879" y="123532"/>
                  </a:lnTo>
                  <a:lnTo>
                    <a:pt x="123532" y="123532"/>
                  </a:lnTo>
                  <a:lnTo>
                    <a:pt x="123532" y="105879"/>
                  </a:lnTo>
                  <a:close/>
                </a:path>
                <a:path w="864870" h="282575">
                  <a:moveTo>
                    <a:pt x="194119" y="229412"/>
                  </a:moveTo>
                  <a:lnTo>
                    <a:pt x="176466" y="229412"/>
                  </a:lnTo>
                  <a:lnTo>
                    <a:pt x="176466" y="247065"/>
                  </a:lnTo>
                  <a:lnTo>
                    <a:pt x="194119" y="247065"/>
                  </a:lnTo>
                  <a:lnTo>
                    <a:pt x="194119" y="229412"/>
                  </a:lnTo>
                  <a:close/>
                </a:path>
                <a:path w="864870" h="282575">
                  <a:moveTo>
                    <a:pt x="194119" y="194119"/>
                  </a:moveTo>
                  <a:lnTo>
                    <a:pt x="176466" y="194119"/>
                  </a:lnTo>
                  <a:lnTo>
                    <a:pt x="176466" y="211772"/>
                  </a:lnTo>
                  <a:lnTo>
                    <a:pt x="194119" y="211772"/>
                  </a:lnTo>
                  <a:lnTo>
                    <a:pt x="194119" y="194119"/>
                  </a:lnTo>
                  <a:close/>
                </a:path>
                <a:path w="864870" h="282575">
                  <a:moveTo>
                    <a:pt x="211759" y="247065"/>
                  </a:moveTo>
                  <a:lnTo>
                    <a:pt x="194119" y="247065"/>
                  </a:lnTo>
                  <a:lnTo>
                    <a:pt x="194119" y="264706"/>
                  </a:lnTo>
                  <a:lnTo>
                    <a:pt x="211759" y="264706"/>
                  </a:lnTo>
                  <a:lnTo>
                    <a:pt x="211759" y="247065"/>
                  </a:lnTo>
                  <a:close/>
                </a:path>
                <a:path w="864870" h="282575">
                  <a:moveTo>
                    <a:pt x="282346" y="123532"/>
                  </a:moveTo>
                  <a:lnTo>
                    <a:pt x="264706" y="123532"/>
                  </a:lnTo>
                  <a:lnTo>
                    <a:pt x="247053" y="123532"/>
                  </a:lnTo>
                  <a:lnTo>
                    <a:pt x="229400" y="123532"/>
                  </a:lnTo>
                  <a:lnTo>
                    <a:pt x="229400" y="141173"/>
                  </a:lnTo>
                  <a:lnTo>
                    <a:pt x="247053" y="141173"/>
                  </a:lnTo>
                  <a:lnTo>
                    <a:pt x="264706" y="141173"/>
                  </a:lnTo>
                  <a:lnTo>
                    <a:pt x="282346" y="141173"/>
                  </a:lnTo>
                  <a:lnTo>
                    <a:pt x="282346" y="123532"/>
                  </a:lnTo>
                  <a:close/>
                </a:path>
                <a:path w="864870" h="282575">
                  <a:moveTo>
                    <a:pt x="317639" y="141173"/>
                  </a:moveTo>
                  <a:lnTo>
                    <a:pt x="299999" y="141173"/>
                  </a:lnTo>
                  <a:lnTo>
                    <a:pt x="282346" y="141173"/>
                  </a:lnTo>
                  <a:lnTo>
                    <a:pt x="282346" y="158826"/>
                  </a:lnTo>
                  <a:lnTo>
                    <a:pt x="299999" y="158826"/>
                  </a:lnTo>
                  <a:lnTo>
                    <a:pt x="299999" y="176479"/>
                  </a:lnTo>
                  <a:lnTo>
                    <a:pt x="317639" y="176479"/>
                  </a:lnTo>
                  <a:lnTo>
                    <a:pt x="317639" y="141173"/>
                  </a:lnTo>
                  <a:close/>
                </a:path>
                <a:path w="864870" h="282575">
                  <a:moveTo>
                    <a:pt x="352933" y="211772"/>
                  </a:moveTo>
                  <a:lnTo>
                    <a:pt x="335292" y="211772"/>
                  </a:lnTo>
                  <a:lnTo>
                    <a:pt x="317639" y="211772"/>
                  </a:lnTo>
                  <a:lnTo>
                    <a:pt x="317639" y="247065"/>
                  </a:lnTo>
                  <a:lnTo>
                    <a:pt x="335292" y="247065"/>
                  </a:lnTo>
                  <a:lnTo>
                    <a:pt x="335292" y="264706"/>
                  </a:lnTo>
                  <a:lnTo>
                    <a:pt x="352933" y="264706"/>
                  </a:lnTo>
                  <a:lnTo>
                    <a:pt x="352933" y="211772"/>
                  </a:lnTo>
                  <a:close/>
                </a:path>
                <a:path w="864870" h="282575">
                  <a:moveTo>
                    <a:pt x="388226" y="229412"/>
                  </a:moveTo>
                  <a:lnTo>
                    <a:pt x="370586" y="229412"/>
                  </a:lnTo>
                  <a:lnTo>
                    <a:pt x="370586" y="247065"/>
                  </a:lnTo>
                  <a:lnTo>
                    <a:pt x="388226" y="247065"/>
                  </a:lnTo>
                  <a:lnTo>
                    <a:pt x="388226" y="229412"/>
                  </a:lnTo>
                  <a:close/>
                </a:path>
                <a:path w="864870" h="282575">
                  <a:moveTo>
                    <a:pt x="388226" y="52946"/>
                  </a:moveTo>
                  <a:lnTo>
                    <a:pt x="370586" y="52946"/>
                  </a:lnTo>
                  <a:lnTo>
                    <a:pt x="352933" y="52946"/>
                  </a:lnTo>
                  <a:lnTo>
                    <a:pt x="352933" y="35293"/>
                  </a:lnTo>
                  <a:lnTo>
                    <a:pt x="370586" y="35293"/>
                  </a:lnTo>
                  <a:lnTo>
                    <a:pt x="370586" y="0"/>
                  </a:lnTo>
                  <a:lnTo>
                    <a:pt x="352933" y="0"/>
                  </a:lnTo>
                  <a:lnTo>
                    <a:pt x="352933" y="17653"/>
                  </a:lnTo>
                  <a:lnTo>
                    <a:pt x="335292" y="17653"/>
                  </a:lnTo>
                  <a:lnTo>
                    <a:pt x="335292" y="35293"/>
                  </a:lnTo>
                  <a:lnTo>
                    <a:pt x="317639" y="35293"/>
                  </a:lnTo>
                  <a:lnTo>
                    <a:pt x="317639" y="105879"/>
                  </a:lnTo>
                  <a:lnTo>
                    <a:pt x="299999" y="105879"/>
                  </a:lnTo>
                  <a:lnTo>
                    <a:pt x="299999" y="123532"/>
                  </a:lnTo>
                  <a:lnTo>
                    <a:pt x="317639" y="123532"/>
                  </a:lnTo>
                  <a:lnTo>
                    <a:pt x="317639" y="141173"/>
                  </a:lnTo>
                  <a:lnTo>
                    <a:pt x="335292" y="141173"/>
                  </a:lnTo>
                  <a:lnTo>
                    <a:pt x="335292" y="123532"/>
                  </a:lnTo>
                  <a:lnTo>
                    <a:pt x="352933" y="123532"/>
                  </a:lnTo>
                  <a:lnTo>
                    <a:pt x="352933" y="105879"/>
                  </a:lnTo>
                  <a:lnTo>
                    <a:pt x="370586" y="105879"/>
                  </a:lnTo>
                  <a:lnTo>
                    <a:pt x="370586" y="123532"/>
                  </a:lnTo>
                  <a:lnTo>
                    <a:pt x="388226" y="123532"/>
                  </a:lnTo>
                  <a:lnTo>
                    <a:pt x="388226" y="52946"/>
                  </a:lnTo>
                  <a:close/>
                </a:path>
                <a:path w="864870" h="282575">
                  <a:moveTo>
                    <a:pt x="405879" y="247065"/>
                  </a:moveTo>
                  <a:lnTo>
                    <a:pt x="388226" y="247065"/>
                  </a:lnTo>
                  <a:lnTo>
                    <a:pt x="388226" y="282359"/>
                  </a:lnTo>
                  <a:lnTo>
                    <a:pt x="405879" y="282359"/>
                  </a:lnTo>
                  <a:lnTo>
                    <a:pt x="405879" y="247065"/>
                  </a:lnTo>
                  <a:close/>
                </a:path>
                <a:path w="864870" h="282575">
                  <a:moveTo>
                    <a:pt x="441172" y="158826"/>
                  </a:moveTo>
                  <a:lnTo>
                    <a:pt x="423519" y="158826"/>
                  </a:lnTo>
                  <a:lnTo>
                    <a:pt x="423519" y="176479"/>
                  </a:lnTo>
                  <a:lnTo>
                    <a:pt x="441172" y="176479"/>
                  </a:lnTo>
                  <a:lnTo>
                    <a:pt x="441172" y="158826"/>
                  </a:lnTo>
                  <a:close/>
                </a:path>
                <a:path w="864870" h="282575">
                  <a:moveTo>
                    <a:pt x="458825" y="194119"/>
                  </a:moveTo>
                  <a:lnTo>
                    <a:pt x="458825" y="194119"/>
                  </a:lnTo>
                  <a:lnTo>
                    <a:pt x="370586" y="194119"/>
                  </a:lnTo>
                  <a:lnTo>
                    <a:pt x="370586" y="176479"/>
                  </a:lnTo>
                  <a:lnTo>
                    <a:pt x="388226" y="176479"/>
                  </a:lnTo>
                  <a:lnTo>
                    <a:pt x="388226" y="158826"/>
                  </a:lnTo>
                  <a:lnTo>
                    <a:pt x="405879" y="158826"/>
                  </a:lnTo>
                  <a:lnTo>
                    <a:pt x="405879" y="123532"/>
                  </a:lnTo>
                  <a:lnTo>
                    <a:pt x="388226" y="123532"/>
                  </a:lnTo>
                  <a:lnTo>
                    <a:pt x="388226" y="141173"/>
                  </a:lnTo>
                  <a:lnTo>
                    <a:pt x="370586" y="141173"/>
                  </a:lnTo>
                  <a:lnTo>
                    <a:pt x="370586" y="123532"/>
                  </a:lnTo>
                  <a:lnTo>
                    <a:pt x="352933" y="123532"/>
                  </a:lnTo>
                  <a:lnTo>
                    <a:pt x="352933" y="158826"/>
                  </a:lnTo>
                  <a:lnTo>
                    <a:pt x="335292" y="158826"/>
                  </a:lnTo>
                  <a:lnTo>
                    <a:pt x="335292" y="194119"/>
                  </a:lnTo>
                  <a:lnTo>
                    <a:pt x="352933" y="194119"/>
                  </a:lnTo>
                  <a:lnTo>
                    <a:pt x="352933" y="211772"/>
                  </a:lnTo>
                  <a:lnTo>
                    <a:pt x="370586" y="211772"/>
                  </a:lnTo>
                  <a:lnTo>
                    <a:pt x="388226" y="211772"/>
                  </a:lnTo>
                  <a:lnTo>
                    <a:pt x="388226" y="229412"/>
                  </a:lnTo>
                  <a:lnTo>
                    <a:pt x="405879" y="229412"/>
                  </a:lnTo>
                  <a:lnTo>
                    <a:pt x="405879" y="211772"/>
                  </a:lnTo>
                  <a:lnTo>
                    <a:pt x="423519" y="211772"/>
                  </a:lnTo>
                  <a:lnTo>
                    <a:pt x="423519" y="264706"/>
                  </a:lnTo>
                  <a:lnTo>
                    <a:pt x="441172" y="264706"/>
                  </a:lnTo>
                  <a:lnTo>
                    <a:pt x="458825" y="264706"/>
                  </a:lnTo>
                  <a:lnTo>
                    <a:pt x="458825" y="247065"/>
                  </a:lnTo>
                  <a:lnTo>
                    <a:pt x="441172" y="247065"/>
                  </a:lnTo>
                  <a:lnTo>
                    <a:pt x="441172" y="229412"/>
                  </a:lnTo>
                  <a:lnTo>
                    <a:pt x="458825" y="229412"/>
                  </a:lnTo>
                  <a:lnTo>
                    <a:pt x="458825" y="194119"/>
                  </a:lnTo>
                  <a:close/>
                </a:path>
                <a:path w="864870" h="282575">
                  <a:moveTo>
                    <a:pt x="476465" y="229412"/>
                  </a:moveTo>
                  <a:lnTo>
                    <a:pt x="458825" y="229412"/>
                  </a:lnTo>
                  <a:lnTo>
                    <a:pt x="458825" y="247065"/>
                  </a:lnTo>
                  <a:lnTo>
                    <a:pt x="476465" y="247065"/>
                  </a:lnTo>
                  <a:lnTo>
                    <a:pt x="476465" y="229412"/>
                  </a:lnTo>
                  <a:close/>
                </a:path>
                <a:path w="864870" h="282575">
                  <a:moveTo>
                    <a:pt x="494118" y="247065"/>
                  </a:moveTo>
                  <a:lnTo>
                    <a:pt x="476465" y="247065"/>
                  </a:lnTo>
                  <a:lnTo>
                    <a:pt x="476465" y="264706"/>
                  </a:lnTo>
                  <a:lnTo>
                    <a:pt x="494118" y="264706"/>
                  </a:lnTo>
                  <a:lnTo>
                    <a:pt x="494118" y="247065"/>
                  </a:lnTo>
                  <a:close/>
                </a:path>
                <a:path w="864870" h="282575">
                  <a:moveTo>
                    <a:pt x="511759" y="211772"/>
                  </a:moveTo>
                  <a:lnTo>
                    <a:pt x="494118" y="211772"/>
                  </a:lnTo>
                  <a:lnTo>
                    <a:pt x="494118" y="229412"/>
                  </a:lnTo>
                  <a:lnTo>
                    <a:pt x="511759" y="229412"/>
                  </a:lnTo>
                  <a:lnTo>
                    <a:pt x="511759" y="211772"/>
                  </a:lnTo>
                  <a:close/>
                </a:path>
                <a:path w="864870" h="282575">
                  <a:moveTo>
                    <a:pt x="529412" y="229412"/>
                  </a:moveTo>
                  <a:lnTo>
                    <a:pt x="511759" y="229412"/>
                  </a:lnTo>
                  <a:lnTo>
                    <a:pt x="511759" y="247065"/>
                  </a:lnTo>
                  <a:lnTo>
                    <a:pt x="529412" y="247065"/>
                  </a:lnTo>
                  <a:lnTo>
                    <a:pt x="529412" y="229412"/>
                  </a:lnTo>
                  <a:close/>
                </a:path>
                <a:path w="864870" h="282575">
                  <a:moveTo>
                    <a:pt x="529412" y="194119"/>
                  </a:moveTo>
                  <a:lnTo>
                    <a:pt x="511759" y="194119"/>
                  </a:lnTo>
                  <a:lnTo>
                    <a:pt x="511759" y="211772"/>
                  </a:lnTo>
                  <a:lnTo>
                    <a:pt x="529412" y="211772"/>
                  </a:lnTo>
                  <a:lnTo>
                    <a:pt x="529412" y="194119"/>
                  </a:lnTo>
                  <a:close/>
                </a:path>
                <a:path w="864870" h="282575">
                  <a:moveTo>
                    <a:pt x="529412" y="105879"/>
                  </a:moveTo>
                  <a:lnTo>
                    <a:pt x="511759" y="105879"/>
                  </a:lnTo>
                  <a:lnTo>
                    <a:pt x="511759" y="123532"/>
                  </a:lnTo>
                  <a:lnTo>
                    <a:pt x="529412" y="123532"/>
                  </a:lnTo>
                  <a:lnTo>
                    <a:pt x="529412" y="105879"/>
                  </a:lnTo>
                  <a:close/>
                </a:path>
                <a:path w="864870" h="282575">
                  <a:moveTo>
                    <a:pt x="547052" y="247065"/>
                  </a:moveTo>
                  <a:lnTo>
                    <a:pt x="529412" y="247065"/>
                  </a:lnTo>
                  <a:lnTo>
                    <a:pt x="529412" y="264706"/>
                  </a:lnTo>
                  <a:lnTo>
                    <a:pt x="547052" y="264706"/>
                  </a:lnTo>
                  <a:lnTo>
                    <a:pt x="547052" y="247065"/>
                  </a:lnTo>
                  <a:close/>
                </a:path>
                <a:path w="864870" h="282575">
                  <a:moveTo>
                    <a:pt x="547052" y="211772"/>
                  </a:moveTo>
                  <a:lnTo>
                    <a:pt x="529412" y="211772"/>
                  </a:lnTo>
                  <a:lnTo>
                    <a:pt x="529412" y="229412"/>
                  </a:lnTo>
                  <a:lnTo>
                    <a:pt x="547052" y="229412"/>
                  </a:lnTo>
                  <a:lnTo>
                    <a:pt x="547052" y="211772"/>
                  </a:lnTo>
                  <a:close/>
                </a:path>
                <a:path w="864870" h="282575">
                  <a:moveTo>
                    <a:pt x="564705" y="194119"/>
                  </a:moveTo>
                  <a:lnTo>
                    <a:pt x="547052" y="194119"/>
                  </a:lnTo>
                  <a:lnTo>
                    <a:pt x="547052" y="211772"/>
                  </a:lnTo>
                  <a:lnTo>
                    <a:pt x="564705" y="211772"/>
                  </a:lnTo>
                  <a:lnTo>
                    <a:pt x="564705" y="194119"/>
                  </a:lnTo>
                  <a:close/>
                </a:path>
                <a:path w="864870" h="282575">
                  <a:moveTo>
                    <a:pt x="582345" y="229412"/>
                  </a:moveTo>
                  <a:lnTo>
                    <a:pt x="564705" y="229412"/>
                  </a:lnTo>
                  <a:lnTo>
                    <a:pt x="564705" y="247065"/>
                  </a:lnTo>
                  <a:lnTo>
                    <a:pt x="582345" y="247065"/>
                  </a:lnTo>
                  <a:lnTo>
                    <a:pt x="582345" y="229412"/>
                  </a:lnTo>
                  <a:close/>
                </a:path>
                <a:path w="864870" h="282575">
                  <a:moveTo>
                    <a:pt x="652945" y="211772"/>
                  </a:moveTo>
                  <a:lnTo>
                    <a:pt x="635292" y="211772"/>
                  </a:lnTo>
                  <a:lnTo>
                    <a:pt x="617639" y="211772"/>
                  </a:lnTo>
                  <a:lnTo>
                    <a:pt x="599998" y="211772"/>
                  </a:lnTo>
                  <a:lnTo>
                    <a:pt x="582345" y="211772"/>
                  </a:lnTo>
                  <a:lnTo>
                    <a:pt x="582345" y="229412"/>
                  </a:lnTo>
                  <a:lnTo>
                    <a:pt x="599998" y="229412"/>
                  </a:lnTo>
                  <a:lnTo>
                    <a:pt x="617639" y="229412"/>
                  </a:lnTo>
                  <a:lnTo>
                    <a:pt x="635292" y="229412"/>
                  </a:lnTo>
                  <a:lnTo>
                    <a:pt x="652945" y="229412"/>
                  </a:lnTo>
                  <a:lnTo>
                    <a:pt x="652945" y="211772"/>
                  </a:lnTo>
                  <a:close/>
                </a:path>
                <a:path w="864870" h="282575">
                  <a:moveTo>
                    <a:pt x="670585" y="123532"/>
                  </a:moveTo>
                  <a:lnTo>
                    <a:pt x="652945" y="123532"/>
                  </a:lnTo>
                  <a:lnTo>
                    <a:pt x="652945" y="141173"/>
                  </a:lnTo>
                  <a:lnTo>
                    <a:pt x="670585" y="141173"/>
                  </a:lnTo>
                  <a:lnTo>
                    <a:pt x="670585" y="123532"/>
                  </a:lnTo>
                  <a:close/>
                </a:path>
                <a:path w="864870" h="282575">
                  <a:moveTo>
                    <a:pt x="705878" y="211772"/>
                  </a:moveTo>
                  <a:lnTo>
                    <a:pt x="688225" y="211772"/>
                  </a:lnTo>
                  <a:lnTo>
                    <a:pt x="670585" y="211772"/>
                  </a:lnTo>
                  <a:lnTo>
                    <a:pt x="670585" y="247065"/>
                  </a:lnTo>
                  <a:lnTo>
                    <a:pt x="688225" y="247065"/>
                  </a:lnTo>
                  <a:lnTo>
                    <a:pt x="688225" y="229412"/>
                  </a:lnTo>
                  <a:lnTo>
                    <a:pt x="705878" y="229412"/>
                  </a:lnTo>
                  <a:lnTo>
                    <a:pt x="705878" y="211772"/>
                  </a:lnTo>
                  <a:close/>
                </a:path>
                <a:path w="864870" h="282575">
                  <a:moveTo>
                    <a:pt x="705878" y="141173"/>
                  </a:moveTo>
                  <a:lnTo>
                    <a:pt x="688225" y="141173"/>
                  </a:lnTo>
                  <a:lnTo>
                    <a:pt x="670585" y="141173"/>
                  </a:lnTo>
                  <a:lnTo>
                    <a:pt x="670585" y="158826"/>
                  </a:lnTo>
                  <a:lnTo>
                    <a:pt x="652945" y="158826"/>
                  </a:lnTo>
                  <a:lnTo>
                    <a:pt x="652945" y="141173"/>
                  </a:lnTo>
                  <a:lnTo>
                    <a:pt x="635292" y="141173"/>
                  </a:lnTo>
                  <a:lnTo>
                    <a:pt x="635292" y="123532"/>
                  </a:lnTo>
                  <a:lnTo>
                    <a:pt x="652945" y="123532"/>
                  </a:lnTo>
                  <a:lnTo>
                    <a:pt x="652945" y="105879"/>
                  </a:lnTo>
                  <a:lnTo>
                    <a:pt x="635292" y="105879"/>
                  </a:lnTo>
                  <a:lnTo>
                    <a:pt x="635292" y="88239"/>
                  </a:lnTo>
                  <a:lnTo>
                    <a:pt x="617639" y="88239"/>
                  </a:lnTo>
                  <a:lnTo>
                    <a:pt x="617639" y="141173"/>
                  </a:lnTo>
                  <a:lnTo>
                    <a:pt x="599998" y="141173"/>
                  </a:lnTo>
                  <a:lnTo>
                    <a:pt x="582345" y="141173"/>
                  </a:lnTo>
                  <a:lnTo>
                    <a:pt x="564705" y="141173"/>
                  </a:lnTo>
                  <a:lnTo>
                    <a:pt x="564705" y="105879"/>
                  </a:lnTo>
                  <a:lnTo>
                    <a:pt x="547052" y="105879"/>
                  </a:lnTo>
                  <a:lnTo>
                    <a:pt x="547052" y="123532"/>
                  </a:lnTo>
                  <a:lnTo>
                    <a:pt x="529412" y="123532"/>
                  </a:lnTo>
                  <a:lnTo>
                    <a:pt x="529412" y="141173"/>
                  </a:lnTo>
                  <a:lnTo>
                    <a:pt x="511759" y="141173"/>
                  </a:lnTo>
                  <a:lnTo>
                    <a:pt x="494118" y="141173"/>
                  </a:lnTo>
                  <a:lnTo>
                    <a:pt x="494118" y="158826"/>
                  </a:lnTo>
                  <a:lnTo>
                    <a:pt x="476465" y="158826"/>
                  </a:lnTo>
                  <a:lnTo>
                    <a:pt x="476465" y="176479"/>
                  </a:lnTo>
                  <a:lnTo>
                    <a:pt x="458825" y="176479"/>
                  </a:lnTo>
                  <a:lnTo>
                    <a:pt x="458825" y="194119"/>
                  </a:lnTo>
                  <a:lnTo>
                    <a:pt x="476465" y="194119"/>
                  </a:lnTo>
                  <a:lnTo>
                    <a:pt x="494118" y="194119"/>
                  </a:lnTo>
                  <a:lnTo>
                    <a:pt x="494118" y="176479"/>
                  </a:lnTo>
                  <a:lnTo>
                    <a:pt x="511759" y="176479"/>
                  </a:lnTo>
                  <a:lnTo>
                    <a:pt x="511759" y="158826"/>
                  </a:lnTo>
                  <a:lnTo>
                    <a:pt x="529412" y="158826"/>
                  </a:lnTo>
                  <a:lnTo>
                    <a:pt x="529412" y="176479"/>
                  </a:lnTo>
                  <a:lnTo>
                    <a:pt x="547052" y="176479"/>
                  </a:lnTo>
                  <a:lnTo>
                    <a:pt x="564705" y="176479"/>
                  </a:lnTo>
                  <a:lnTo>
                    <a:pt x="564705" y="158826"/>
                  </a:lnTo>
                  <a:lnTo>
                    <a:pt x="582345" y="158826"/>
                  </a:lnTo>
                  <a:lnTo>
                    <a:pt x="599998" y="158826"/>
                  </a:lnTo>
                  <a:lnTo>
                    <a:pt x="599998" y="176479"/>
                  </a:lnTo>
                  <a:lnTo>
                    <a:pt x="617639" y="176479"/>
                  </a:lnTo>
                  <a:lnTo>
                    <a:pt x="617639" y="158826"/>
                  </a:lnTo>
                  <a:lnTo>
                    <a:pt x="635292" y="158826"/>
                  </a:lnTo>
                  <a:lnTo>
                    <a:pt x="635292" y="194119"/>
                  </a:lnTo>
                  <a:lnTo>
                    <a:pt x="652945" y="194119"/>
                  </a:lnTo>
                  <a:lnTo>
                    <a:pt x="652945" y="211772"/>
                  </a:lnTo>
                  <a:lnTo>
                    <a:pt x="670585" y="211772"/>
                  </a:lnTo>
                  <a:lnTo>
                    <a:pt x="670585" y="176479"/>
                  </a:lnTo>
                  <a:lnTo>
                    <a:pt x="688225" y="176479"/>
                  </a:lnTo>
                  <a:lnTo>
                    <a:pt x="688225" y="158826"/>
                  </a:lnTo>
                  <a:lnTo>
                    <a:pt x="705878" y="158826"/>
                  </a:lnTo>
                  <a:lnTo>
                    <a:pt x="705878" y="141173"/>
                  </a:lnTo>
                  <a:close/>
                </a:path>
                <a:path w="864870" h="282575">
                  <a:moveTo>
                    <a:pt x="723519" y="158826"/>
                  </a:moveTo>
                  <a:lnTo>
                    <a:pt x="705878" y="158826"/>
                  </a:lnTo>
                  <a:lnTo>
                    <a:pt x="705878" y="176479"/>
                  </a:lnTo>
                  <a:lnTo>
                    <a:pt x="688225" y="176479"/>
                  </a:lnTo>
                  <a:lnTo>
                    <a:pt x="688225" y="194119"/>
                  </a:lnTo>
                  <a:lnTo>
                    <a:pt x="705878" y="194119"/>
                  </a:lnTo>
                  <a:lnTo>
                    <a:pt x="723519" y="194119"/>
                  </a:lnTo>
                  <a:lnTo>
                    <a:pt x="723519" y="158826"/>
                  </a:lnTo>
                  <a:close/>
                </a:path>
                <a:path w="864870" h="282575">
                  <a:moveTo>
                    <a:pt x="741172" y="88239"/>
                  </a:moveTo>
                  <a:lnTo>
                    <a:pt x="723519" y="88239"/>
                  </a:lnTo>
                  <a:lnTo>
                    <a:pt x="705878" y="88239"/>
                  </a:lnTo>
                  <a:lnTo>
                    <a:pt x="705878" y="105879"/>
                  </a:lnTo>
                  <a:lnTo>
                    <a:pt x="688225" y="105879"/>
                  </a:lnTo>
                  <a:lnTo>
                    <a:pt x="688225" y="123532"/>
                  </a:lnTo>
                  <a:lnTo>
                    <a:pt x="705878" y="123532"/>
                  </a:lnTo>
                  <a:lnTo>
                    <a:pt x="723519" y="123532"/>
                  </a:lnTo>
                  <a:lnTo>
                    <a:pt x="741172" y="123532"/>
                  </a:lnTo>
                  <a:lnTo>
                    <a:pt x="741172" y="88239"/>
                  </a:lnTo>
                  <a:close/>
                </a:path>
                <a:path w="864870" h="282575">
                  <a:moveTo>
                    <a:pt x="776465" y="194119"/>
                  </a:moveTo>
                  <a:lnTo>
                    <a:pt x="758812" y="194119"/>
                  </a:lnTo>
                  <a:lnTo>
                    <a:pt x="741172" y="194119"/>
                  </a:lnTo>
                  <a:lnTo>
                    <a:pt x="723519" y="194119"/>
                  </a:lnTo>
                  <a:lnTo>
                    <a:pt x="723519" y="229412"/>
                  </a:lnTo>
                  <a:lnTo>
                    <a:pt x="741172" y="229412"/>
                  </a:lnTo>
                  <a:lnTo>
                    <a:pt x="758812" y="229412"/>
                  </a:lnTo>
                  <a:lnTo>
                    <a:pt x="758812" y="247065"/>
                  </a:lnTo>
                  <a:lnTo>
                    <a:pt x="776465" y="247065"/>
                  </a:lnTo>
                  <a:lnTo>
                    <a:pt x="776465" y="194119"/>
                  </a:lnTo>
                  <a:close/>
                </a:path>
                <a:path w="864870" h="282575">
                  <a:moveTo>
                    <a:pt x="776465" y="123532"/>
                  </a:moveTo>
                  <a:lnTo>
                    <a:pt x="758812" y="123532"/>
                  </a:lnTo>
                  <a:lnTo>
                    <a:pt x="758812" y="141173"/>
                  </a:lnTo>
                  <a:lnTo>
                    <a:pt x="741172" y="141173"/>
                  </a:lnTo>
                  <a:lnTo>
                    <a:pt x="723519" y="141173"/>
                  </a:lnTo>
                  <a:lnTo>
                    <a:pt x="723519" y="158826"/>
                  </a:lnTo>
                  <a:lnTo>
                    <a:pt x="741172" y="158826"/>
                  </a:lnTo>
                  <a:lnTo>
                    <a:pt x="758812" y="158826"/>
                  </a:lnTo>
                  <a:lnTo>
                    <a:pt x="776465" y="158826"/>
                  </a:lnTo>
                  <a:lnTo>
                    <a:pt x="776465" y="123532"/>
                  </a:lnTo>
                  <a:close/>
                </a:path>
                <a:path w="864870" h="282575">
                  <a:moveTo>
                    <a:pt x="829411" y="105879"/>
                  </a:moveTo>
                  <a:lnTo>
                    <a:pt x="811758" y="105879"/>
                  </a:lnTo>
                  <a:lnTo>
                    <a:pt x="794118" y="105879"/>
                  </a:lnTo>
                  <a:lnTo>
                    <a:pt x="776465" y="105879"/>
                  </a:lnTo>
                  <a:lnTo>
                    <a:pt x="776465" y="123532"/>
                  </a:lnTo>
                  <a:lnTo>
                    <a:pt x="794118" y="123532"/>
                  </a:lnTo>
                  <a:lnTo>
                    <a:pt x="794118" y="141173"/>
                  </a:lnTo>
                  <a:lnTo>
                    <a:pt x="811758" y="141173"/>
                  </a:lnTo>
                  <a:lnTo>
                    <a:pt x="811758" y="123532"/>
                  </a:lnTo>
                  <a:lnTo>
                    <a:pt x="829411" y="123532"/>
                  </a:lnTo>
                  <a:lnTo>
                    <a:pt x="829411" y="105879"/>
                  </a:lnTo>
                  <a:close/>
                </a:path>
                <a:path w="864870" h="282575">
                  <a:moveTo>
                    <a:pt x="847051" y="176479"/>
                  </a:moveTo>
                  <a:lnTo>
                    <a:pt x="829411" y="176479"/>
                  </a:lnTo>
                  <a:lnTo>
                    <a:pt x="811758" y="176479"/>
                  </a:lnTo>
                  <a:lnTo>
                    <a:pt x="794118" y="176479"/>
                  </a:lnTo>
                  <a:lnTo>
                    <a:pt x="794118" y="158826"/>
                  </a:lnTo>
                  <a:lnTo>
                    <a:pt x="776465" y="158826"/>
                  </a:lnTo>
                  <a:lnTo>
                    <a:pt x="776465" y="194119"/>
                  </a:lnTo>
                  <a:lnTo>
                    <a:pt x="794118" y="194119"/>
                  </a:lnTo>
                  <a:lnTo>
                    <a:pt x="811758" y="194119"/>
                  </a:lnTo>
                  <a:lnTo>
                    <a:pt x="829411" y="194119"/>
                  </a:lnTo>
                  <a:lnTo>
                    <a:pt x="847051" y="194119"/>
                  </a:lnTo>
                  <a:lnTo>
                    <a:pt x="847051" y="176479"/>
                  </a:lnTo>
                  <a:close/>
                </a:path>
                <a:path w="864870" h="282575">
                  <a:moveTo>
                    <a:pt x="864704" y="211772"/>
                  </a:moveTo>
                  <a:lnTo>
                    <a:pt x="847051" y="211772"/>
                  </a:lnTo>
                  <a:lnTo>
                    <a:pt x="829411" y="211772"/>
                  </a:lnTo>
                  <a:lnTo>
                    <a:pt x="811758" y="211772"/>
                  </a:lnTo>
                  <a:lnTo>
                    <a:pt x="794118" y="211772"/>
                  </a:lnTo>
                  <a:lnTo>
                    <a:pt x="794118" y="229412"/>
                  </a:lnTo>
                  <a:lnTo>
                    <a:pt x="811758" y="229412"/>
                  </a:lnTo>
                  <a:lnTo>
                    <a:pt x="829411" y="229412"/>
                  </a:lnTo>
                  <a:lnTo>
                    <a:pt x="829411" y="247065"/>
                  </a:lnTo>
                  <a:lnTo>
                    <a:pt x="847051" y="247065"/>
                  </a:lnTo>
                  <a:lnTo>
                    <a:pt x="864704" y="247065"/>
                  </a:lnTo>
                  <a:lnTo>
                    <a:pt x="864704" y="211772"/>
                  </a:lnTo>
                  <a:close/>
                </a:path>
                <a:path w="864870" h="282575">
                  <a:moveTo>
                    <a:pt x="864704" y="141173"/>
                  </a:moveTo>
                  <a:lnTo>
                    <a:pt x="847051" y="141173"/>
                  </a:lnTo>
                  <a:lnTo>
                    <a:pt x="829411" y="141173"/>
                  </a:lnTo>
                  <a:lnTo>
                    <a:pt x="829411" y="158826"/>
                  </a:lnTo>
                  <a:lnTo>
                    <a:pt x="847051" y="158826"/>
                  </a:lnTo>
                  <a:lnTo>
                    <a:pt x="847051" y="176479"/>
                  </a:lnTo>
                  <a:lnTo>
                    <a:pt x="864704" y="176479"/>
                  </a:lnTo>
                  <a:lnTo>
                    <a:pt x="864704" y="141173"/>
                  </a:lnTo>
                  <a:close/>
                </a:path>
                <a:path w="864870" h="282575">
                  <a:moveTo>
                    <a:pt x="864704" y="105879"/>
                  </a:moveTo>
                  <a:lnTo>
                    <a:pt x="847051" y="105879"/>
                  </a:lnTo>
                  <a:lnTo>
                    <a:pt x="847051" y="123532"/>
                  </a:lnTo>
                  <a:lnTo>
                    <a:pt x="864704" y="123532"/>
                  </a:lnTo>
                  <a:lnTo>
                    <a:pt x="864704" y="10587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9150845" y="6668472"/>
              <a:ext cx="829944" cy="318135"/>
            </a:xfrm>
            <a:custGeom>
              <a:avLst/>
              <a:gdLst/>
              <a:ahLst/>
              <a:cxnLst/>
              <a:rect l="l" t="t" r="r" b="b"/>
              <a:pathLst>
                <a:path w="829945" h="318134">
                  <a:moveTo>
                    <a:pt x="158826" y="229412"/>
                  </a:moveTo>
                  <a:lnTo>
                    <a:pt x="141173" y="229412"/>
                  </a:lnTo>
                  <a:lnTo>
                    <a:pt x="141173" y="247065"/>
                  </a:lnTo>
                  <a:lnTo>
                    <a:pt x="123532" y="247065"/>
                  </a:lnTo>
                  <a:lnTo>
                    <a:pt x="105879" y="247065"/>
                  </a:lnTo>
                  <a:lnTo>
                    <a:pt x="105879" y="264706"/>
                  </a:lnTo>
                  <a:lnTo>
                    <a:pt x="123532" y="264706"/>
                  </a:lnTo>
                  <a:lnTo>
                    <a:pt x="141173" y="264706"/>
                  </a:lnTo>
                  <a:lnTo>
                    <a:pt x="141173" y="282359"/>
                  </a:lnTo>
                  <a:lnTo>
                    <a:pt x="158826" y="282359"/>
                  </a:lnTo>
                  <a:lnTo>
                    <a:pt x="158826" y="229412"/>
                  </a:lnTo>
                  <a:close/>
                </a:path>
                <a:path w="829945" h="318134">
                  <a:moveTo>
                    <a:pt x="158826" y="158826"/>
                  </a:moveTo>
                  <a:lnTo>
                    <a:pt x="141173" y="158826"/>
                  </a:lnTo>
                  <a:lnTo>
                    <a:pt x="141173" y="141185"/>
                  </a:lnTo>
                  <a:lnTo>
                    <a:pt x="123532" y="141185"/>
                  </a:lnTo>
                  <a:lnTo>
                    <a:pt x="105879" y="141185"/>
                  </a:lnTo>
                  <a:lnTo>
                    <a:pt x="105879" y="123532"/>
                  </a:lnTo>
                  <a:lnTo>
                    <a:pt x="88226" y="123532"/>
                  </a:lnTo>
                  <a:lnTo>
                    <a:pt x="70586" y="123532"/>
                  </a:lnTo>
                  <a:lnTo>
                    <a:pt x="70586" y="141185"/>
                  </a:lnTo>
                  <a:lnTo>
                    <a:pt x="88226" y="141185"/>
                  </a:lnTo>
                  <a:lnTo>
                    <a:pt x="88226" y="158826"/>
                  </a:lnTo>
                  <a:lnTo>
                    <a:pt x="105879" y="158826"/>
                  </a:lnTo>
                  <a:lnTo>
                    <a:pt x="123532" y="158826"/>
                  </a:lnTo>
                  <a:lnTo>
                    <a:pt x="123532" y="176479"/>
                  </a:lnTo>
                  <a:lnTo>
                    <a:pt x="105879" y="176479"/>
                  </a:lnTo>
                  <a:lnTo>
                    <a:pt x="88226" y="176479"/>
                  </a:lnTo>
                  <a:lnTo>
                    <a:pt x="88226" y="194119"/>
                  </a:lnTo>
                  <a:lnTo>
                    <a:pt x="70586" y="194119"/>
                  </a:lnTo>
                  <a:lnTo>
                    <a:pt x="70586" y="176479"/>
                  </a:lnTo>
                  <a:lnTo>
                    <a:pt x="52933" y="176479"/>
                  </a:lnTo>
                  <a:lnTo>
                    <a:pt x="52933" y="194119"/>
                  </a:lnTo>
                  <a:lnTo>
                    <a:pt x="35293" y="194119"/>
                  </a:lnTo>
                  <a:lnTo>
                    <a:pt x="35293" y="176479"/>
                  </a:lnTo>
                  <a:lnTo>
                    <a:pt x="17640" y="176479"/>
                  </a:lnTo>
                  <a:lnTo>
                    <a:pt x="17640" y="247065"/>
                  </a:lnTo>
                  <a:lnTo>
                    <a:pt x="0" y="247065"/>
                  </a:lnTo>
                  <a:lnTo>
                    <a:pt x="0" y="264706"/>
                  </a:lnTo>
                  <a:lnTo>
                    <a:pt x="17640" y="264706"/>
                  </a:lnTo>
                  <a:lnTo>
                    <a:pt x="35293" y="264706"/>
                  </a:lnTo>
                  <a:lnTo>
                    <a:pt x="52933" y="264706"/>
                  </a:lnTo>
                  <a:lnTo>
                    <a:pt x="52933" y="247065"/>
                  </a:lnTo>
                  <a:lnTo>
                    <a:pt x="70586" y="247065"/>
                  </a:lnTo>
                  <a:lnTo>
                    <a:pt x="70586" y="229412"/>
                  </a:lnTo>
                  <a:lnTo>
                    <a:pt x="52933" y="229412"/>
                  </a:lnTo>
                  <a:lnTo>
                    <a:pt x="35293" y="229412"/>
                  </a:lnTo>
                  <a:lnTo>
                    <a:pt x="35293" y="211772"/>
                  </a:lnTo>
                  <a:lnTo>
                    <a:pt x="52933" y="211772"/>
                  </a:lnTo>
                  <a:lnTo>
                    <a:pt x="70586" y="211772"/>
                  </a:lnTo>
                  <a:lnTo>
                    <a:pt x="88226" y="211772"/>
                  </a:lnTo>
                  <a:lnTo>
                    <a:pt x="88226" y="229412"/>
                  </a:lnTo>
                  <a:lnTo>
                    <a:pt x="105879" y="229412"/>
                  </a:lnTo>
                  <a:lnTo>
                    <a:pt x="123532" y="229412"/>
                  </a:lnTo>
                  <a:lnTo>
                    <a:pt x="123532" y="211772"/>
                  </a:lnTo>
                  <a:lnTo>
                    <a:pt x="105879" y="211772"/>
                  </a:lnTo>
                  <a:lnTo>
                    <a:pt x="105879" y="194119"/>
                  </a:lnTo>
                  <a:lnTo>
                    <a:pt x="123532" y="194119"/>
                  </a:lnTo>
                  <a:lnTo>
                    <a:pt x="141173" y="194119"/>
                  </a:lnTo>
                  <a:lnTo>
                    <a:pt x="141173" y="176479"/>
                  </a:lnTo>
                  <a:lnTo>
                    <a:pt x="158826" y="176479"/>
                  </a:lnTo>
                  <a:lnTo>
                    <a:pt x="158826" y="158826"/>
                  </a:lnTo>
                  <a:close/>
                </a:path>
                <a:path w="829945" h="318134">
                  <a:moveTo>
                    <a:pt x="211759" y="247065"/>
                  </a:moveTo>
                  <a:lnTo>
                    <a:pt x="194119" y="247065"/>
                  </a:lnTo>
                  <a:lnTo>
                    <a:pt x="194119" y="194119"/>
                  </a:lnTo>
                  <a:lnTo>
                    <a:pt x="176466" y="194119"/>
                  </a:lnTo>
                  <a:lnTo>
                    <a:pt x="176466" y="264706"/>
                  </a:lnTo>
                  <a:lnTo>
                    <a:pt x="194119" y="264706"/>
                  </a:lnTo>
                  <a:lnTo>
                    <a:pt x="194119" y="282359"/>
                  </a:lnTo>
                  <a:lnTo>
                    <a:pt x="176466" y="282359"/>
                  </a:lnTo>
                  <a:lnTo>
                    <a:pt x="158826" y="282359"/>
                  </a:lnTo>
                  <a:lnTo>
                    <a:pt x="158826" y="299999"/>
                  </a:lnTo>
                  <a:lnTo>
                    <a:pt x="176466" y="299999"/>
                  </a:lnTo>
                  <a:lnTo>
                    <a:pt x="194119" y="299999"/>
                  </a:lnTo>
                  <a:lnTo>
                    <a:pt x="194119" y="317652"/>
                  </a:lnTo>
                  <a:lnTo>
                    <a:pt x="211759" y="317652"/>
                  </a:lnTo>
                  <a:lnTo>
                    <a:pt x="211759" y="247065"/>
                  </a:lnTo>
                  <a:close/>
                </a:path>
                <a:path w="829945" h="318134">
                  <a:moveTo>
                    <a:pt x="247053" y="229412"/>
                  </a:moveTo>
                  <a:lnTo>
                    <a:pt x="229400" y="229412"/>
                  </a:lnTo>
                  <a:lnTo>
                    <a:pt x="229400" y="247065"/>
                  </a:lnTo>
                  <a:lnTo>
                    <a:pt x="247053" y="247065"/>
                  </a:lnTo>
                  <a:lnTo>
                    <a:pt x="247053" y="229412"/>
                  </a:lnTo>
                  <a:close/>
                </a:path>
                <a:path w="829945" h="318134">
                  <a:moveTo>
                    <a:pt x="264706" y="247065"/>
                  </a:moveTo>
                  <a:lnTo>
                    <a:pt x="247053" y="247065"/>
                  </a:lnTo>
                  <a:lnTo>
                    <a:pt x="247053" y="282359"/>
                  </a:lnTo>
                  <a:lnTo>
                    <a:pt x="264706" y="282359"/>
                  </a:lnTo>
                  <a:lnTo>
                    <a:pt x="264706" y="247065"/>
                  </a:lnTo>
                  <a:close/>
                </a:path>
                <a:path w="829945" h="318134">
                  <a:moveTo>
                    <a:pt x="335292" y="194119"/>
                  </a:moveTo>
                  <a:lnTo>
                    <a:pt x="317639" y="194119"/>
                  </a:lnTo>
                  <a:lnTo>
                    <a:pt x="299999" y="194119"/>
                  </a:lnTo>
                  <a:lnTo>
                    <a:pt x="299999" y="141185"/>
                  </a:lnTo>
                  <a:lnTo>
                    <a:pt x="282346" y="141185"/>
                  </a:lnTo>
                  <a:lnTo>
                    <a:pt x="282346" y="123532"/>
                  </a:lnTo>
                  <a:lnTo>
                    <a:pt x="299999" y="123532"/>
                  </a:lnTo>
                  <a:lnTo>
                    <a:pt x="299999" y="105892"/>
                  </a:lnTo>
                  <a:lnTo>
                    <a:pt x="282346" y="105892"/>
                  </a:lnTo>
                  <a:lnTo>
                    <a:pt x="264706" y="105892"/>
                  </a:lnTo>
                  <a:lnTo>
                    <a:pt x="247053" y="105892"/>
                  </a:lnTo>
                  <a:lnTo>
                    <a:pt x="229400" y="105892"/>
                  </a:lnTo>
                  <a:lnTo>
                    <a:pt x="229400" y="88239"/>
                  </a:lnTo>
                  <a:lnTo>
                    <a:pt x="211759" y="88239"/>
                  </a:lnTo>
                  <a:lnTo>
                    <a:pt x="211759" y="52946"/>
                  </a:lnTo>
                  <a:lnTo>
                    <a:pt x="229400" y="52946"/>
                  </a:lnTo>
                  <a:lnTo>
                    <a:pt x="229400" y="17653"/>
                  </a:lnTo>
                  <a:lnTo>
                    <a:pt x="211759" y="17653"/>
                  </a:lnTo>
                  <a:lnTo>
                    <a:pt x="211759" y="0"/>
                  </a:lnTo>
                  <a:lnTo>
                    <a:pt x="194119" y="0"/>
                  </a:lnTo>
                  <a:lnTo>
                    <a:pt x="194119" y="17653"/>
                  </a:lnTo>
                  <a:lnTo>
                    <a:pt x="176466" y="17653"/>
                  </a:lnTo>
                  <a:lnTo>
                    <a:pt x="176466" y="35293"/>
                  </a:lnTo>
                  <a:lnTo>
                    <a:pt x="158826" y="35293"/>
                  </a:lnTo>
                  <a:lnTo>
                    <a:pt x="141173" y="35293"/>
                  </a:lnTo>
                  <a:lnTo>
                    <a:pt x="141173" y="88239"/>
                  </a:lnTo>
                  <a:lnTo>
                    <a:pt x="123532" y="88239"/>
                  </a:lnTo>
                  <a:lnTo>
                    <a:pt x="123532" y="105892"/>
                  </a:lnTo>
                  <a:lnTo>
                    <a:pt x="105879" y="105892"/>
                  </a:lnTo>
                  <a:lnTo>
                    <a:pt x="105879" y="123532"/>
                  </a:lnTo>
                  <a:lnTo>
                    <a:pt x="123532" y="123532"/>
                  </a:lnTo>
                  <a:lnTo>
                    <a:pt x="141173" y="123532"/>
                  </a:lnTo>
                  <a:lnTo>
                    <a:pt x="141173" y="141185"/>
                  </a:lnTo>
                  <a:lnTo>
                    <a:pt x="158826" y="141185"/>
                  </a:lnTo>
                  <a:lnTo>
                    <a:pt x="158826" y="123532"/>
                  </a:lnTo>
                  <a:lnTo>
                    <a:pt x="176466" y="123532"/>
                  </a:lnTo>
                  <a:lnTo>
                    <a:pt x="176466" y="105892"/>
                  </a:lnTo>
                  <a:lnTo>
                    <a:pt x="158826" y="105892"/>
                  </a:lnTo>
                  <a:lnTo>
                    <a:pt x="158826" y="70586"/>
                  </a:lnTo>
                  <a:lnTo>
                    <a:pt x="176466" y="70586"/>
                  </a:lnTo>
                  <a:lnTo>
                    <a:pt x="176466" y="52946"/>
                  </a:lnTo>
                  <a:lnTo>
                    <a:pt x="194119" y="52946"/>
                  </a:lnTo>
                  <a:lnTo>
                    <a:pt x="194119" y="70586"/>
                  </a:lnTo>
                  <a:lnTo>
                    <a:pt x="176466" y="70586"/>
                  </a:lnTo>
                  <a:lnTo>
                    <a:pt x="176466" y="105892"/>
                  </a:lnTo>
                  <a:lnTo>
                    <a:pt x="194119" y="105892"/>
                  </a:lnTo>
                  <a:lnTo>
                    <a:pt x="194119" y="123532"/>
                  </a:lnTo>
                  <a:lnTo>
                    <a:pt x="211759" y="123532"/>
                  </a:lnTo>
                  <a:lnTo>
                    <a:pt x="211759" y="141185"/>
                  </a:lnTo>
                  <a:lnTo>
                    <a:pt x="194119" y="141185"/>
                  </a:lnTo>
                  <a:lnTo>
                    <a:pt x="194119" y="158826"/>
                  </a:lnTo>
                  <a:lnTo>
                    <a:pt x="211759" y="158826"/>
                  </a:lnTo>
                  <a:lnTo>
                    <a:pt x="229400" y="158826"/>
                  </a:lnTo>
                  <a:lnTo>
                    <a:pt x="229400" y="123532"/>
                  </a:lnTo>
                  <a:lnTo>
                    <a:pt x="247053" y="123532"/>
                  </a:lnTo>
                  <a:lnTo>
                    <a:pt x="264706" y="123532"/>
                  </a:lnTo>
                  <a:lnTo>
                    <a:pt x="264706" y="158826"/>
                  </a:lnTo>
                  <a:lnTo>
                    <a:pt x="282346" y="158826"/>
                  </a:lnTo>
                  <a:lnTo>
                    <a:pt x="282346" y="176479"/>
                  </a:lnTo>
                  <a:lnTo>
                    <a:pt x="264706" y="176479"/>
                  </a:lnTo>
                  <a:lnTo>
                    <a:pt x="247053" y="176479"/>
                  </a:lnTo>
                  <a:lnTo>
                    <a:pt x="229400" y="176479"/>
                  </a:lnTo>
                  <a:lnTo>
                    <a:pt x="229400" y="194119"/>
                  </a:lnTo>
                  <a:lnTo>
                    <a:pt x="247053" y="194119"/>
                  </a:lnTo>
                  <a:lnTo>
                    <a:pt x="247053" y="211772"/>
                  </a:lnTo>
                  <a:lnTo>
                    <a:pt x="264706" y="211772"/>
                  </a:lnTo>
                  <a:lnTo>
                    <a:pt x="264706" y="194119"/>
                  </a:lnTo>
                  <a:lnTo>
                    <a:pt x="282346" y="194119"/>
                  </a:lnTo>
                  <a:lnTo>
                    <a:pt x="282346" y="211772"/>
                  </a:lnTo>
                  <a:lnTo>
                    <a:pt x="264706" y="211772"/>
                  </a:lnTo>
                  <a:lnTo>
                    <a:pt x="264706" y="247065"/>
                  </a:lnTo>
                  <a:lnTo>
                    <a:pt x="282346" y="247065"/>
                  </a:lnTo>
                  <a:lnTo>
                    <a:pt x="282346" y="229412"/>
                  </a:lnTo>
                  <a:lnTo>
                    <a:pt x="299999" y="229412"/>
                  </a:lnTo>
                  <a:lnTo>
                    <a:pt x="299999" y="211772"/>
                  </a:lnTo>
                  <a:lnTo>
                    <a:pt x="317639" y="211772"/>
                  </a:lnTo>
                  <a:lnTo>
                    <a:pt x="335292" y="211772"/>
                  </a:lnTo>
                  <a:lnTo>
                    <a:pt x="335292" y="194119"/>
                  </a:lnTo>
                  <a:close/>
                </a:path>
                <a:path w="829945" h="318134">
                  <a:moveTo>
                    <a:pt x="370586" y="194119"/>
                  </a:moveTo>
                  <a:lnTo>
                    <a:pt x="352933" y="194119"/>
                  </a:lnTo>
                  <a:lnTo>
                    <a:pt x="352933" y="211772"/>
                  </a:lnTo>
                  <a:lnTo>
                    <a:pt x="370586" y="211772"/>
                  </a:lnTo>
                  <a:lnTo>
                    <a:pt x="370586" y="194119"/>
                  </a:lnTo>
                  <a:close/>
                </a:path>
                <a:path w="829945" h="318134">
                  <a:moveTo>
                    <a:pt x="388226" y="229412"/>
                  </a:moveTo>
                  <a:lnTo>
                    <a:pt x="388226" y="229412"/>
                  </a:lnTo>
                  <a:lnTo>
                    <a:pt x="299999" y="229412"/>
                  </a:lnTo>
                  <a:lnTo>
                    <a:pt x="299999" y="264706"/>
                  </a:lnTo>
                  <a:lnTo>
                    <a:pt x="317639" y="264706"/>
                  </a:lnTo>
                  <a:lnTo>
                    <a:pt x="317639" y="247065"/>
                  </a:lnTo>
                  <a:lnTo>
                    <a:pt x="335292" y="247065"/>
                  </a:lnTo>
                  <a:lnTo>
                    <a:pt x="352933" y="247065"/>
                  </a:lnTo>
                  <a:lnTo>
                    <a:pt x="370586" y="247065"/>
                  </a:lnTo>
                  <a:lnTo>
                    <a:pt x="388226" y="247065"/>
                  </a:lnTo>
                  <a:lnTo>
                    <a:pt x="388226" y="229412"/>
                  </a:lnTo>
                  <a:close/>
                </a:path>
                <a:path w="829945" h="318134">
                  <a:moveTo>
                    <a:pt x="511759" y="229412"/>
                  </a:moveTo>
                  <a:lnTo>
                    <a:pt x="494118" y="229412"/>
                  </a:lnTo>
                  <a:lnTo>
                    <a:pt x="476465" y="229412"/>
                  </a:lnTo>
                  <a:lnTo>
                    <a:pt x="458825" y="229412"/>
                  </a:lnTo>
                  <a:lnTo>
                    <a:pt x="458825" y="211772"/>
                  </a:lnTo>
                  <a:lnTo>
                    <a:pt x="441172" y="211772"/>
                  </a:lnTo>
                  <a:lnTo>
                    <a:pt x="441172" y="229412"/>
                  </a:lnTo>
                  <a:lnTo>
                    <a:pt x="423519" y="229412"/>
                  </a:lnTo>
                  <a:lnTo>
                    <a:pt x="423519" y="211772"/>
                  </a:lnTo>
                  <a:lnTo>
                    <a:pt x="405879" y="211772"/>
                  </a:lnTo>
                  <a:lnTo>
                    <a:pt x="405879" y="247065"/>
                  </a:lnTo>
                  <a:lnTo>
                    <a:pt x="423519" y="247065"/>
                  </a:lnTo>
                  <a:lnTo>
                    <a:pt x="441172" y="247065"/>
                  </a:lnTo>
                  <a:lnTo>
                    <a:pt x="458825" y="247065"/>
                  </a:lnTo>
                  <a:lnTo>
                    <a:pt x="476465" y="247065"/>
                  </a:lnTo>
                  <a:lnTo>
                    <a:pt x="494118" y="247065"/>
                  </a:lnTo>
                  <a:lnTo>
                    <a:pt x="494118" y="264706"/>
                  </a:lnTo>
                  <a:lnTo>
                    <a:pt x="511759" y="264706"/>
                  </a:lnTo>
                  <a:lnTo>
                    <a:pt x="511759" y="229412"/>
                  </a:lnTo>
                  <a:close/>
                </a:path>
                <a:path w="829945" h="318134">
                  <a:moveTo>
                    <a:pt x="529412" y="211772"/>
                  </a:moveTo>
                  <a:lnTo>
                    <a:pt x="511759" y="211772"/>
                  </a:lnTo>
                  <a:lnTo>
                    <a:pt x="511759" y="229412"/>
                  </a:lnTo>
                  <a:lnTo>
                    <a:pt x="529412" y="229412"/>
                  </a:lnTo>
                  <a:lnTo>
                    <a:pt x="529412" y="211772"/>
                  </a:lnTo>
                  <a:close/>
                </a:path>
                <a:path w="829945" h="318134">
                  <a:moveTo>
                    <a:pt x="547052" y="176479"/>
                  </a:moveTo>
                  <a:lnTo>
                    <a:pt x="529412" y="176479"/>
                  </a:lnTo>
                  <a:lnTo>
                    <a:pt x="529412" y="194119"/>
                  </a:lnTo>
                  <a:lnTo>
                    <a:pt x="547052" y="194119"/>
                  </a:lnTo>
                  <a:lnTo>
                    <a:pt x="547052" y="176479"/>
                  </a:lnTo>
                  <a:close/>
                </a:path>
                <a:path w="829945" h="318134">
                  <a:moveTo>
                    <a:pt x="582345" y="229412"/>
                  </a:moveTo>
                  <a:lnTo>
                    <a:pt x="564705" y="229412"/>
                  </a:lnTo>
                  <a:lnTo>
                    <a:pt x="564705" y="247065"/>
                  </a:lnTo>
                  <a:lnTo>
                    <a:pt x="582345" y="247065"/>
                  </a:lnTo>
                  <a:lnTo>
                    <a:pt x="582345" y="229412"/>
                  </a:lnTo>
                  <a:close/>
                </a:path>
                <a:path w="829945" h="318134">
                  <a:moveTo>
                    <a:pt x="582345" y="194119"/>
                  </a:moveTo>
                  <a:lnTo>
                    <a:pt x="564705" y="194119"/>
                  </a:lnTo>
                  <a:lnTo>
                    <a:pt x="547052" y="194119"/>
                  </a:lnTo>
                  <a:lnTo>
                    <a:pt x="547052" y="211772"/>
                  </a:lnTo>
                  <a:lnTo>
                    <a:pt x="564705" y="211772"/>
                  </a:lnTo>
                  <a:lnTo>
                    <a:pt x="582345" y="211772"/>
                  </a:lnTo>
                  <a:lnTo>
                    <a:pt x="582345" y="194119"/>
                  </a:lnTo>
                  <a:close/>
                </a:path>
                <a:path w="829945" h="318134">
                  <a:moveTo>
                    <a:pt x="599998" y="282359"/>
                  </a:moveTo>
                  <a:lnTo>
                    <a:pt x="582345" y="282359"/>
                  </a:lnTo>
                  <a:lnTo>
                    <a:pt x="582345" y="264706"/>
                  </a:lnTo>
                  <a:lnTo>
                    <a:pt x="564705" y="264706"/>
                  </a:lnTo>
                  <a:lnTo>
                    <a:pt x="564705" y="247065"/>
                  </a:lnTo>
                  <a:lnTo>
                    <a:pt x="547052" y="247065"/>
                  </a:lnTo>
                  <a:lnTo>
                    <a:pt x="547052" y="282359"/>
                  </a:lnTo>
                  <a:lnTo>
                    <a:pt x="529412" y="282359"/>
                  </a:lnTo>
                  <a:lnTo>
                    <a:pt x="529412" y="264706"/>
                  </a:lnTo>
                  <a:lnTo>
                    <a:pt x="511759" y="264706"/>
                  </a:lnTo>
                  <a:lnTo>
                    <a:pt x="511759" y="282359"/>
                  </a:lnTo>
                  <a:lnTo>
                    <a:pt x="494118" y="282359"/>
                  </a:lnTo>
                  <a:lnTo>
                    <a:pt x="494118" y="264706"/>
                  </a:lnTo>
                  <a:lnTo>
                    <a:pt x="476465" y="264706"/>
                  </a:lnTo>
                  <a:lnTo>
                    <a:pt x="476465" y="299999"/>
                  </a:lnTo>
                  <a:lnTo>
                    <a:pt x="494118" y="299999"/>
                  </a:lnTo>
                  <a:lnTo>
                    <a:pt x="511759" y="299999"/>
                  </a:lnTo>
                  <a:lnTo>
                    <a:pt x="511759" y="317652"/>
                  </a:lnTo>
                  <a:lnTo>
                    <a:pt x="529412" y="317652"/>
                  </a:lnTo>
                  <a:lnTo>
                    <a:pt x="529412" y="299999"/>
                  </a:lnTo>
                  <a:lnTo>
                    <a:pt x="547052" y="299999"/>
                  </a:lnTo>
                  <a:lnTo>
                    <a:pt x="564705" y="299999"/>
                  </a:lnTo>
                  <a:lnTo>
                    <a:pt x="564705" y="317652"/>
                  </a:lnTo>
                  <a:lnTo>
                    <a:pt x="582345" y="317652"/>
                  </a:lnTo>
                  <a:lnTo>
                    <a:pt x="599998" y="317652"/>
                  </a:lnTo>
                  <a:lnTo>
                    <a:pt x="599998" y="282359"/>
                  </a:lnTo>
                  <a:close/>
                </a:path>
                <a:path w="829945" h="318134">
                  <a:moveTo>
                    <a:pt x="670585" y="264706"/>
                  </a:moveTo>
                  <a:lnTo>
                    <a:pt x="652945" y="264706"/>
                  </a:lnTo>
                  <a:lnTo>
                    <a:pt x="652945" y="247065"/>
                  </a:lnTo>
                  <a:lnTo>
                    <a:pt x="635292" y="247065"/>
                  </a:lnTo>
                  <a:lnTo>
                    <a:pt x="617639" y="247065"/>
                  </a:lnTo>
                  <a:lnTo>
                    <a:pt x="617639" y="229412"/>
                  </a:lnTo>
                  <a:lnTo>
                    <a:pt x="635292" y="229412"/>
                  </a:lnTo>
                  <a:lnTo>
                    <a:pt x="635292" y="211772"/>
                  </a:lnTo>
                  <a:lnTo>
                    <a:pt x="617639" y="211772"/>
                  </a:lnTo>
                  <a:lnTo>
                    <a:pt x="599998" y="211772"/>
                  </a:lnTo>
                  <a:lnTo>
                    <a:pt x="599998" y="247065"/>
                  </a:lnTo>
                  <a:lnTo>
                    <a:pt x="582345" y="247065"/>
                  </a:lnTo>
                  <a:lnTo>
                    <a:pt x="582345" y="264706"/>
                  </a:lnTo>
                  <a:lnTo>
                    <a:pt x="599998" y="264706"/>
                  </a:lnTo>
                  <a:lnTo>
                    <a:pt x="599998" y="282359"/>
                  </a:lnTo>
                  <a:lnTo>
                    <a:pt x="617639" y="282359"/>
                  </a:lnTo>
                  <a:lnTo>
                    <a:pt x="635292" y="282359"/>
                  </a:lnTo>
                  <a:lnTo>
                    <a:pt x="652945" y="282359"/>
                  </a:lnTo>
                  <a:lnTo>
                    <a:pt x="670585" y="282359"/>
                  </a:lnTo>
                  <a:lnTo>
                    <a:pt x="670585" y="264706"/>
                  </a:lnTo>
                  <a:close/>
                </a:path>
                <a:path w="829945" h="318134">
                  <a:moveTo>
                    <a:pt x="670585" y="229412"/>
                  </a:moveTo>
                  <a:lnTo>
                    <a:pt x="652945" y="229412"/>
                  </a:lnTo>
                  <a:lnTo>
                    <a:pt x="652945" y="247065"/>
                  </a:lnTo>
                  <a:lnTo>
                    <a:pt x="670585" y="247065"/>
                  </a:lnTo>
                  <a:lnTo>
                    <a:pt x="670585" y="229412"/>
                  </a:lnTo>
                  <a:close/>
                </a:path>
                <a:path w="829945" h="318134">
                  <a:moveTo>
                    <a:pt x="670585" y="176479"/>
                  </a:moveTo>
                  <a:lnTo>
                    <a:pt x="652945" y="176479"/>
                  </a:lnTo>
                  <a:lnTo>
                    <a:pt x="635292" y="176479"/>
                  </a:lnTo>
                  <a:lnTo>
                    <a:pt x="617639" y="176479"/>
                  </a:lnTo>
                  <a:lnTo>
                    <a:pt x="617639" y="194119"/>
                  </a:lnTo>
                  <a:lnTo>
                    <a:pt x="635292" y="194119"/>
                  </a:lnTo>
                  <a:lnTo>
                    <a:pt x="652945" y="194119"/>
                  </a:lnTo>
                  <a:lnTo>
                    <a:pt x="652945" y="211772"/>
                  </a:lnTo>
                  <a:lnTo>
                    <a:pt x="670585" y="211772"/>
                  </a:lnTo>
                  <a:lnTo>
                    <a:pt x="670585" y="176479"/>
                  </a:lnTo>
                  <a:close/>
                </a:path>
                <a:path w="829945" h="318134">
                  <a:moveTo>
                    <a:pt x="705878" y="247065"/>
                  </a:moveTo>
                  <a:lnTo>
                    <a:pt x="688225" y="247065"/>
                  </a:lnTo>
                  <a:lnTo>
                    <a:pt x="688225" y="264706"/>
                  </a:lnTo>
                  <a:lnTo>
                    <a:pt x="705878" y="264706"/>
                  </a:lnTo>
                  <a:lnTo>
                    <a:pt x="705878" y="247065"/>
                  </a:lnTo>
                  <a:close/>
                </a:path>
                <a:path w="829945" h="318134">
                  <a:moveTo>
                    <a:pt x="758812" y="211772"/>
                  </a:moveTo>
                  <a:lnTo>
                    <a:pt x="741172" y="211772"/>
                  </a:lnTo>
                  <a:lnTo>
                    <a:pt x="741172" y="176479"/>
                  </a:lnTo>
                  <a:lnTo>
                    <a:pt x="723519" y="176479"/>
                  </a:lnTo>
                  <a:lnTo>
                    <a:pt x="723519" y="158826"/>
                  </a:lnTo>
                  <a:lnTo>
                    <a:pt x="705878" y="158826"/>
                  </a:lnTo>
                  <a:lnTo>
                    <a:pt x="705878" y="176479"/>
                  </a:lnTo>
                  <a:lnTo>
                    <a:pt x="688225" y="176479"/>
                  </a:lnTo>
                  <a:lnTo>
                    <a:pt x="688225" y="194119"/>
                  </a:lnTo>
                  <a:lnTo>
                    <a:pt x="705878" y="194119"/>
                  </a:lnTo>
                  <a:lnTo>
                    <a:pt x="723519" y="194119"/>
                  </a:lnTo>
                  <a:lnTo>
                    <a:pt x="723519" y="211772"/>
                  </a:lnTo>
                  <a:lnTo>
                    <a:pt x="705878" y="211772"/>
                  </a:lnTo>
                  <a:lnTo>
                    <a:pt x="688225" y="211772"/>
                  </a:lnTo>
                  <a:lnTo>
                    <a:pt x="670585" y="211772"/>
                  </a:lnTo>
                  <a:lnTo>
                    <a:pt x="670585" y="229412"/>
                  </a:lnTo>
                  <a:lnTo>
                    <a:pt x="688225" y="229412"/>
                  </a:lnTo>
                  <a:lnTo>
                    <a:pt x="705878" y="229412"/>
                  </a:lnTo>
                  <a:lnTo>
                    <a:pt x="723519" y="229412"/>
                  </a:lnTo>
                  <a:lnTo>
                    <a:pt x="741172" y="229412"/>
                  </a:lnTo>
                  <a:lnTo>
                    <a:pt x="758812" y="229412"/>
                  </a:lnTo>
                  <a:lnTo>
                    <a:pt x="758812" y="211772"/>
                  </a:lnTo>
                  <a:close/>
                </a:path>
                <a:path w="829945" h="318134">
                  <a:moveTo>
                    <a:pt x="776465" y="229412"/>
                  </a:moveTo>
                  <a:lnTo>
                    <a:pt x="758812" y="229412"/>
                  </a:lnTo>
                  <a:lnTo>
                    <a:pt x="758812" y="247065"/>
                  </a:lnTo>
                  <a:lnTo>
                    <a:pt x="776465" y="247065"/>
                  </a:lnTo>
                  <a:lnTo>
                    <a:pt x="776465" y="229412"/>
                  </a:lnTo>
                  <a:close/>
                </a:path>
                <a:path w="829945" h="318134">
                  <a:moveTo>
                    <a:pt x="776465" y="194119"/>
                  </a:moveTo>
                  <a:lnTo>
                    <a:pt x="758812" y="194119"/>
                  </a:lnTo>
                  <a:lnTo>
                    <a:pt x="758812" y="211772"/>
                  </a:lnTo>
                  <a:lnTo>
                    <a:pt x="776465" y="211772"/>
                  </a:lnTo>
                  <a:lnTo>
                    <a:pt x="776465" y="194119"/>
                  </a:lnTo>
                  <a:close/>
                </a:path>
                <a:path w="829945" h="318134">
                  <a:moveTo>
                    <a:pt x="829411" y="176479"/>
                  </a:moveTo>
                  <a:lnTo>
                    <a:pt x="811758" y="176479"/>
                  </a:lnTo>
                  <a:lnTo>
                    <a:pt x="794118" y="176479"/>
                  </a:lnTo>
                  <a:lnTo>
                    <a:pt x="776465" y="176479"/>
                  </a:lnTo>
                  <a:lnTo>
                    <a:pt x="776465" y="194119"/>
                  </a:lnTo>
                  <a:lnTo>
                    <a:pt x="794118" y="194119"/>
                  </a:lnTo>
                  <a:lnTo>
                    <a:pt x="794118" y="211772"/>
                  </a:lnTo>
                  <a:lnTo>
                    <a:pt x="811758" y="211772"/>
                  </a:lnTo>
                  <a:lnTo>
                    <a:pt x="811758" y="194119"/>
                  </a:lnTo>
                  <a:lnTo>
                    <a:pt x="829411" y="194119"/>
                  </a:lnTo>
                  <a:lnTo>
                    <a:pt x="829411" y="17647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9150845" y="6209646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88226" y="776478"/>
                  </a:moveTo>
                  <a:lnTo>
                    <a:pt x="35293" y="776478"/>
                  </a:lnTo>
                  <a:lnTo>
                    <a:pt x="35293" y="829411"/>
                  </a:lnTo>
                  <a:lnTo>
                    <a:pt x="88226" y="829411"/>
                  </a:lnTo>
                  <a:lnTo>
                    <a:pt x="88226" y="776478"/>
                  </a:lnTo>
                  <a:close/>
                </a:path>
                <a:path w="864870" h="864870">
                  <a:moveTo>
                    <a:pt x="88226" y="35306"/>
                  </a:moveTo>
                  <a:lnTo>
                    <a:pt x="35293" y="35306"/>
                  </a:lnTo>
                  <a:lnTo>
                    <a:pt x="35293" y="88239"/>
                  </a:lnTo>
                  <a:lnTo>
                    <a:pt x="88226" y="88239"/>
                  </a:lnTo>
                  <a:lnTo>
                    <a:pt x="88226" y="35306"/>
                  </a:lnTo>
                  <a:close/>
                </a:path>
                <a:path w="864870" h="864870">
                  <a:moveTo>
                    <a:pt x="123532" y="741184"/>
                  </a:moveTo>
                  <a:lnTo>
                    <a:pt x="105879" y="741184"/>
                  </a:lnTo>
                  <a:lnTo>
                    <a:pt x="105879" y="758825"/>
                  </a:lnTo>
                  <a:lnTo>
                    <a:pt x="105879" y="847064"/>
                  </a:lnTo>
                  <a:lnTo>
                    <a:pt x="17640" y="847064"/>
                  </a:lnTo>
                  <a:lnTo>
                    <a:pt x="17640" y="758825"/>
                  </a:lnTo>
                  <a:lnTo>
                    <a:pt x="105879" y="758825"/>
                  </a:lnTo>
                  <a:lnTo>
                    <a:pt x="105879" y="741184"/>
                  </a:lnTo>
                  <a:lnTo>
                    <a:pt x="0" y="741184"/>
                  </a:lnTo>
                  <a:lnTo>
                    <a:pt x="0" y="864717"/>
                  </a:lnTo>
                  <a:lnTo>
                    <a:pt x="123532" y="864717"/>
                  </a:lnTo>
                  <a:lnTo>
                    <a:pt x="123532" y="847064"/>
                  </a:lnTo>
                  <a:lnTo>
                    <a:pt x="123532" y="758825"/>
                  </a:lnTo>
                  <a:lnTo>
                    <a:pt x="123532" y="741184"/>
                  </a:lnTo>
                  <a:close/>
                </a:path>
                <a:path w="864870" h="864870">
                  <a:moveTo>
                    <a:pt x="123532" y="423532"/>
                  </a:moveTo>
                  <a:lnTo>
                    <a:pt x="105879" y="423532"/>
                  </a:lnTo>
                  <a:lnTo>
                    <a:pt x="105879" y="441185"/>
                  </a:lnTo>
                  <a:lnTo>
                    <a:pt x="123532" y="441185"/>
                  </a:lnTo>
                  <a:lnTo>
                    <a:pt x="123532" y="423532"/>
                  </a:lnTo>
                  <a:close/>
                </a:path>
                <a:path w="864870" h="864870">
                  <a:moveTo>
                    <a:pt x="123532" y="0"/>
                  </a:moveTo>
                  <a:lnTo>
                    <a:pt x="105879" y="0"/>
                  </a:lnTo>
                  <a:lnTo>
                    <a:pt x="105879" y="17653"/>
                  </a:lnTo>
                  <a:lnTo>
                    <a:pt x="105879" y="105892"/>
                  </a:lnTo>
                  <a:lnTo>
                    <a:pt x="17640" y="105892"/>
                  </a:lnTo>
                  <a:lnTo>
                    <a:pt x="17640" y="17653"/>
                  </a:lnTo>
                  <a:lnTo>
                    <a:pt x="105879" y="17653"/>
                  </a:lnTo>
                  <a:lnTo>
                    <a:pt x="105879" y="0"/>
                  </a:lnTo>
                  <a:lnTo>
                    <a:pt x="0" y="0"/>
                  </a:lnTo>
                  <a:lnTo>
                    <a:pt x="0" y="123532"/>
                  </a:lnTo>
                  <a:lnTo>
                    <a:pt x="123532" y="123532"/>
                  </a:lnTo>
                  <a:lnTo>
                    <a:pt x="123532" y="105892"/>
                  </a:lnTo>
                  <a:lnTo>
                    <a:pt x="123532" y="17653"/>
                  </a:lnTo>
                  <a:lnTo>
                    <a:pt x="123532" y="0"/>
                  </a:lnTo>
                  <a:close/>
                </a:path>
                <a:path w="864870" h="864870">
                  <a:moveTo>
                    <a:pt x="158826" y="388239"/>
                  </a:moveTo>
                  <a:lnTo>
                    <a:pt x="141173" y="388239"/>
                  </a:lnTo>
                  <a:lnTo>
                    <a:pt x="141173" y="405892"/>
                  </a:lnTo>
                  <a:lnTo>
                    <a:pt x="141173" y="458825"/>
                  </a:lnTo>
                  <a:lnTo>
                    <a:pt x="88226" y="458825"/>
                  </a:lnTo>
                  <a:lnTo>
                    <a:pt x="88226" y="405892"/>
                  </a:lnTo>
                  <a:lnTo>
                    <a:pt x="141173" y="405892"/>
                  </a:lnTo>
                  <a:lnTo>
                    <a:pt x="141173" y="388239"/>
                  </a:lnTo>
                  <a:lnTo>
                    <a:pt x="70586" y="388239"/>
                  </a:lnTo>
                  <a:lnTo>
                    <a:pt x="70586" y="476478"/>
                  </a:lnTo>
                  <a:lnTo>
                    <a:pt x="158826" y="476478"/>
                  </a:lnTo>
                  <a:lnTo>
                    <a:pt x="158826" y="458825"/>
                  </a:lnTo>
                  <a:lnTo>
                    <a:pt x="158826" y="405892"/>
                  </a:lnTo>
                  <a:lnTo>
                    <a:pt x="158826" y="388239"/>
                  </a:lnTo>
                  <a:close/>
                </a:path>
                <a:path w="864870" h="864870">
                  <a:moveTo>
                    <a:pt x="194119" y="811771"/>
                  </a:moveTo>
                  <a:lnTo>
                    <a:pt x="176466" y="811771"/>
                  </a:lnTo>
                  <a:lnTo>
                    <a:pt x="176466" y="847064"/>
                  </a:lnTo>
                  <a:lnTo>
                    <a:pt x="194119" y="847064"/>
                  </a:lnTo>
                  <a:lnTo>
                    <a:pt x="194119" y="811771"/>
                  </a:lnTo>
                  <a:close/>
                </a:path>
                <a:path w="864870" h="864870">
                  <a:moveTo>
                    <a:pt x="194119" y="776478"/>
                  </a:moveTo>
                  <a:lnTo>
                    <a:pt x="176466" y="776478"/>
                  </a:lnTo>
                  <a:lnTo>
                    <a:pt x="158826" y="776478"/>
                  </a:lnTo>
                  <a:lnTo>
                    <a:pt x="141173" y="776478"/>
                  </a:lnTo>
                  <a:lnTo>
                    <a:pt x="141173" y="829411"/>
                  </a:lnTo>
                  <a:lnTo>
                    <a:pt x="158826" y="829411"/>
                  </a:lnTo>
                  <a:lnTo>
                    <a:pt x="158826" y="811771"/>
                  </a:lnTo>
                  <a:lnTo>
                    <a:pt x="176466" y="811771"/>
                  </a:lnTo>
                  <a:lnTo>
                    <a:pt x="176466" y="794118"/>
                  </a:lnTo>
                  <a:lnTo>
                    <a:pt x="194119" y="794118"/>
                  </a:lnTo>
                  <a:lnTo>
                    <a:pt x="194119" y="776478"/>
                  </a:lnTo>
                  <a:close/>
                </a:path>
                <a:path w="864870" h="864870">
                  <a:moveTo>
                    <a:pt x="211759" y="847064"/>
                  </a:moveTo>
                  <a:lnTo>
                    <a:pt x="194119" y="847064"/>
                  </a:lnTo>
                  <a:lnTo>
                    <a:pt x="194119" y="864717"/>
                  </a:lnTo>
                  <a:lnTo>
                    <a:pt x="211759" y="864717"/>
                  </a:lnTo>
                  <a:lnTo>
                    <a:pt x="211759" y="847064"/>
                  </a:lnTo>
                  <a:close/>
                </a:path>
                <a:path w="864870" h="864870">
                  <a:moveTo>
                    <a:pt x="211759" y="670598"/>
                  </a:moveTo>
                  <a:lnTo>
                    <a:pt x="194119" y="670598"/>
                  </a:lnTo>
                  <a:lnTo>
                    <a:pt x="194119" y="652945"/>
                  </a:lnTo>
                  <a:lnTo>
                    <a:pt x="176466" y="652945"/>
                  </a:lnTo>
                  <a:lnTo>
                    <a:pt x="176466" y="723531"/>
                  </a:lnTo>
                  <a:lnTo>
                    <a:pt x="194119" y="723531"/>
                  </a:lnTo>
                  <a:lnTo>
                    <a:pt x="194119" y="688238"/>
                  </a:lnTo>
                  <a:lnTo>
                    <a:pt x="211759" y="688238"/>
                  </a:lnTo>
                  <a:lnTo>
                    <a:pt x="211759" y="670598"/>
                  </a:lnTo>
                  <a:close/>
                </a:path>
                <a:path w="864870" h="864870">
                  <a:moveTo>
                    <a:pt x="229400" y="705891"/>
                  </a:moveTo>
                  <a:lnTo>
                    <a:pt x="211759" y="705891"/>
                  </a:lnTo>
                  <a:lnTo>
                    <a:pt x="211759" y="723531"/>
                  </a:lnTo>
                  <a:lnTo>
                    <a:pt x="229400" y="723531"/>
                  </a:lnTo>
                  <a:lnTo>
                    <a:pt x="229400" y="705891"/>
                  </a:lnTo>
                  <a:close/>
                </a:path>
                <a:path w="864870" h="864870">
                  <a:moveTo>
                    <a:pt x="247053" y="758825"/>
                  </a:moveTo>
                  <a:lnTo>
                    <a:pt x="229400" y="758825"/>
                  </a:lnTo>
                  <a:lnTo>
                    <a:pt x="229400" y="776478"/>
                  </a:lnTo>
                  <a:lnTo>
                    <a:pt x="247053" y="776478"/>
                  </a:lnTo>
                  <a:lnTo>
                    <a:pt x="247053" y="758825"/>
                  </a:lnTo>
                  <a:close/>
                </a:path>
                <a:path w="864870" h="864870">
                  <a:moveTo>
                    <a:pt x="264706" y="829411"/>
                  </a:moveTo>
                  <a:lnTo>
                    <a:pt x="247053" y="829411"/>
                  </a:lnTo>
                  <a:lnTo>
                    <a:pt x="229400" y="829411"/>
                  </a:lnTo>
                  <a:lnTo>
                    <a:pt x="211759" y="829411"/>
                  </a:lnTo>
                  <a:lnTo>
                    <a:pt x="211759" y="847064"/>
                  </a:lnTo>
                  <a:lnTo>
                    <a:pt x="229400" y="847064"/>
                  </a:lnTo>
                  <a:lnTo>
                    <a:pt x="247053" y="847064"/>
                  </a:lnTo>
                  <a:lnTo>
                    <a:pt x="264706" y="847064"/>
                  </a:lnTo>
                  <a:lnTo>
                    <a:pt x="264706" y="829411"/>
                  </a:lnTo>
                  <a:close/>
                </a:path>
                <a:path w="864870" h="864870">
                  <a:moveTo>
                    <a:pt x="264706" y="794118"/>
                  </a:moveTo>
                  <a:lnTo>
                    <a:pt x="247053" y="794118"/>
                  </a:lnTo>
                  <a:lnTo>
                    <a:pt x="229400" y="794118"/>
                  </a:lnTo>
                  <a:lnTo>
                    <a:pt x="229400" y="811771"/>
                  </a:lnTo>
                  <a:lnTo>
                    <a:pt x="247053" y="811771"/>
                  </a:lnTo>
                  <a:lnTo>
                    <a:pt x="264706" y="811771"/>
                  </a:lnTo>
                  <a:lnTo>
                    <a:pt x="264706" y="794118"/>
                  </a:lnTo>
                  <a:close/>
                </a:path>
                <a:path w="864870" h="864870">
                  <a:moveTo>
                    <a:pt x="282346" y="811771"/>
                  </a:moveTo>
                  <a:lnTo>
                    <a:pt x="264706" y="811771"/>
                  </a:lnTo>
                  <a:lnTo>
                    <a:pt x="264706" y="829411"/>
                  </a:lnTo>
                  <a:lnTo>
                    <a:pt x="282346" y="829411"/>
                  </a:lnTo>
                  <a:lnTo>
                    <a:pt x="282346" y="811771"/>
                  </a:lnTo>
                  <a:close/>
                </a:path>
                <a:path w="864870" h="864870">
                  <a:moveTo>
                    <a:pt x="282346" y="776478"/>
                  </a:moveTo>
                  <a:lnTo>
                    <a:pt x="264706" y="776478"/>
                  </a:lnTo>
                  <a:lnTo>
                    <a:pt x="264706" y="794118"/>
                  </a:lnTo>
                  <a:lnTo>
                    <a:pt x="282346" y="794118"/>
                  </a:lnTo>
                  <a:lnTo>
                    <a:pt x="282346" y="776478"/>
                  </a:lnTo>
                  <a:close/>
                </a:path>
                <a:path w="864870" h="864870">
                  <a:moveTo>
                    <a:pt x="282346" y="741184"/>
                  </a:moveTo>
                  <a:lnTo>
                    <a:pt x="264706" y="741184"/>
                  </a:lnTo>
                  <a:lnTo>
                    <a:pt x="264706" y="758825"/>
                  </a:lnTo>
                  <a:lnTo>
                    <a:pt x="282346" y="758825"/>
                  </a:lnTo>
                  <a:lnTo>
                    <a:pt x="282346" y="741184"/>
                  </a:lnTo>
                  <a:close/>
                </a:path>
                <a:path w="864870" h="864870">
                  <a:moveTo>
                    <a:pt x="370586" y="741184"/>
                  </a:moveTo>
                  <a:lnTo>
                    <a:pt x="352933" y="741184"/>
                  </a:lnTo>
                  <a:lnTo>
                    <a:pt x="352933" y="723531"/>
                  </a:lnTo>
                  <a:lnTo>
                    <a:pt x="335292" y="723531"/>
                  </a:lnTo>
                  <a:lnTo>
                    <a:pt x="335292" y="758825"/>
                  </a:lnTo>
                  <a:lnTo>
                    <a:pt x="317639" y="758825"/>
                  </a:lnTo>
                  <a:lnTo>
                    <a:pt x="299999" y="758825"/>
                  </a:lnTo>
                  <a:lnTo>
                    <a:pt x="299999" y="811771"/>
                  </a:lnTo>
                  <a:lnTo>
                    <a:pt x="317639" y="811771"/>
                  </a:lnTo>
                  <a:lnTo>
                    <a:pt x="317639" y="776478"/>
                  </a:lnTo>
                  <a:lnTo>
                    <a:pt x="335292" y="776478"/>
                  </a:lnTo>
                  <a:lnTo>
                    <a:pt x="352933" y="776478"/>
                  </a:lnTo>
                  <a:lnTo>
                    <a:pt x="370586" y="776478"/>
                  </a:lnTo>
                  <a:lnTo>
                    <a:pt x="370586" y="741184"/>
                  </a:lnTo>
                  <a:close/>
                </a:path>
                <a:path w="864870" h="864870">
                  <a:moveTo>
                    <a:pt x="388226" y="811771"/>
                  </a:moveTo>
                  <a:lnTo>
                    <a:pt x="370586" y="811771"/>
                  </a:lnTo>
                  <a:lnTo>
                    <a:pt x="352933" y="811771"/>
                  </a:lnTo>
                  <a:lnTo>
                    <a:pt x="352933" y="794118"/>
                  </a:lnTo>
                  <a:lnTo>
                    <a:pt x="335292" y="794118"/>
                  </a:lnTo>
                  <a:lnTo>
                    <a:pt x="335292" y="811771"/>
                  </a:lnTo>
                  <a:lnTo>
                    <a:pt x="317639" y="811771"/>
                  </a:lnTo>
                  <a:lnTo>
                    <a:pt x="317639" y="829411"/>
                  </a:lnTo>
                  <a:lnTo>
                    <a:pt x="299999" y="829411"/>
                  </a:lnTo>
                  <a:lnTo>
                    <a:pt x="282346" y="829411"/>
                  </a:lnTo>
                  <a:lnTo>
                    <a:pt x="282346" y="864717"/>
                  </a:lnTo>
                  <a:lnTo>
                    <a:pt x="299999" y="864717"/>
                  </a:lnTo>
                  <a:lnTo>
                    <a:pt x="317639" y="864717"/>
                  </a:lnTo>
                  <a:lnTo>
                    <a:pt x="335292" y="864717"/>
                  </a:lnTo>
                  <a:lnTo>
                    <a:pt x="352933" y="864717"/>
                  </a:lnTo>
                  <a:lnTo>
                    <a:pt x="370586" y="864717"/>
                  </a:lnTo>
                  <a:lnTo>
                    <a:pt x="370586" y="847064"/>
                  </a:lnTo>
                  <a:lnTo>
                    <a:pt x="352933" y="847064"/>
                  </a:lnTo>
                  <a:lnTo>
                    <a:pt x="352933" y="829411"/>
                  </a:lnTo>
                  <a:lnTo>
                    <a:pt x="370586" y="829411"/>
                  </a:lnTo>
                  <a:lnTo>
                    <a:pt x="388226" y="829411"/>
                  </a:lnTo>
                  <a:lnTo>
                    <a:pt x="388226" y="811771"/>
                  </a:lnTo>
                  <a:close/>
                </a:path>
                <a:path w="864870" h="864870">
                  <a:moveTo>
                    <a:pt x="405879" y="829411"/>
                  </a:moveTo>
                  <a:lnTo>
                    <a:pt x="388226" y="829411"/>
                  </a:lnTo>
                  <a:lnTo>
                    <a:pt x="388226" y="847064"/>
                  </a:lnTo>
                  <a:lnTo>
                    <a:pt x="405879" y="847064"/>
                  </a:lnTo>
                  <a:lnTo>
                    <a:pt x="405879" y="829411"/>
                  </a:lnTo>
                  <a:close/>
                </a:path>
                <a:path w="864870" h="864870">
                  <a:moveTo>
                    <a:pt x="423519" y="847064"/>
                  </a:moveTo>
                  <a:lnTo>
                    <a:pt x="405879" y="847064"/>
                  </a:lnTo>
                  <a:lnTo>
                    <a:pt x="405879" y="864717"/>
                  </a:lnTo>
                  <a:lnTo>
                    <a:pt x="423519" y="864717"/>
                  </a:lnTo>
                  <a:lnTo>
                    <a:pt x="423519" y="847064"/>
                  </a:lnTo>
                  <a:close/>
                </a:path>
                <a:path w="864870" h="864870">
                  <a:moveTo>
                    <a:pt x="441172" y="741184"/>
                  </a:moveTo>
                  <a:lnTo>
                    <a:pt x="423519" y="741184"/>
                  </a:lnTo>
                  <a:lnTo>
                    <a:pt x="423519" y="758825"/>
                  </a:lnTo>
                  <a:lnTo>
                    <a:pt x="441172" y="758825"/>
                  </a:lnTo>
                  <a:lnTo>
                    <a:pt x="441172" y="741184"/>
                  </a:lnTo>
                  <a:close/>
                </a:path>
                <a:path w="864870" h="864870">
                  <a:moveTo>
                    <a:pt x="441172" y="423532"/>
                  </a:moveTo>
                  <a:lnTo>
                    <a:pt x="423519" y="423532"/>
                  </a:lnTo>
                  <a:lnTo>
                    <a:pt x="423519" y="441185"/>
                  </a:lnTo>
                  <a:lnTo>
                    <a:pt x="441172" y="441185"/>
                  </a:lnTo>
                  <a:lnTo>
                    <a:pt x="441172" y="423532"/>
                  </a:lnTo>
                  <a:close/>
                </a:path>
                <a:path w="864870" h="864870">
                  <a:moveTo>
                    <a:pt x="441172" y="105892"/>
                  </a:moveTo>
                  <a:lnTo>
                    <a:pt x="423519" y="105892"/>
                  </a:lnTo>
                  <a:lnTo>
                    <a:pt x="423519" y="123532"/>
                  </a:lnTo>
                  <a:lnTo>
                    <a:pt x="441172" y="123532"/>
                  </a:lnTo>
                  <a:lnTo>
                    <a:pt x="441172" y="105892"/>
                  </a:lnTo>
                  <a:close/>
                </a:path>
                <a:path w="864870" h="864870">
                  <a:moveTo>
                    <a:pt x="458825" y="847064"/>
                  </a:moveTo>
                  <a:lnTo>
                    <a:pt x="441172" y="847064"/>
                  </a:lnTo>
                  <a:lnTo>
                    <a:pt x="441172" y="864717"/>
                  </a:lnTo>
                  <a:lnTo>
                    <a:pt x="458825" y="864717"/>
                  </a:lnTo>
                  <a:lnTo>
                    <a:pt x="458825" y="847064"/>
                  </a:lnTo>
                  <a:close/>
                </a:path>
                <a:path w="864870" h="864870">
                  <a:moveTo>
                    <a:pt x="476465" y="388239"/>
                  </a:moveTo>
                  <a:lnTo>
                    <a:pt x="458825" y="388239"/>
                  </a:lnTo>
                  <a:lnTo>
                    <a:pt x="458825" y="405892"/>
                  </a:lnTo>
                  <a:lnTo>
                    <a:pt x="458825" y="458825"/>
                  </a:lnTo>
                  <a:lnTo>
                    <a:pt x="405879" y="458825"/>
                  </a:lnTo>
                  <a:lnTo>
                    <a:pt x="405879" y="405892"/>
                  </a:lnTo>
                  <a:lnTo>
                    <a:pt x="458825" y="405892"/>
                  </a:lnTo>
                  <a:lnTo>
                    <a:pt x="458825" y="388239"/>
                  </a:lnTo>
                  <a:lnTo>
                    <a:pt x="388226" y="388239"/>
                  </a:lnTo>
                  <a:lnTo>
                    <a:pt x="388226" y="476478"/>
                  </a:lnTo>
                  <a:lnTo>
                    <a:pt x="476465" y="476478"/>
                  </a:lnTo>
                  <a:lnTo>
                    <a:pt x="476465" y="458825"/>
                  </a:lnTo>
                  <a:lnTo>
                    <a:pt x="476465" y="405892"/>
                  </a:lnTo>
                  <a:lnTo>
                    <a:pt x="476465" y="388239"/>
                  </a:lnTo>
                  <a:close/>
                </a:path>
                <a:path w="864870" h="864870">
                  <a:moveTo>
                    <a:pt x="476465" y="70599"/>
                  </a:moveTo>
                  <a:lnTo>
                    <a:pt x="458825" y="70599"/>
                  </a:lnTo>
                  <a:lnTo>
                    <a:pt x="458825" y="88239"/>
                  </a:lnTo>
                  <a:lnTo>
                    <a:pt x="458825" y="141185"/>
                  </a:lnTo>
                  <a:lnTo>
                    <a:pt x="405879" y="141185"/>
                  </a:lnTo>
                  <a:lnTo>
                    <a:pt x="405879" y="88239"/>
                  </a:lnTo>
                  <a:lnTo>
                    <a:pt x="458825" y="88239"/>
                  </a:lnTo>
                  <a:lnTo>
                    <a:pt x="458825" y="70599"/>
                  </a:lnTo>
                  <a:lnTo>
                    <a:pt x="388226" y="70599"/>
                  </a:lnTo>
                  <a:lnTo>
                    <a:pt x="388226" y="158826"/>
                  </a:lnTo>
                  <a:lnTo>
                    <a:pt x="476465" y="158826"/>
                  </a:lnTo>
                  <a:lnTo>
                    <a:pt x="476465" y="141185"/>
                  </a:lnTo>
                  <a:lnTo>
                    <a:pt x="476465" y="88239"/>
                  </a:lnTo>
                  <a:lnTo>
                    <a:pt x="476465" y="70599"/>
                  </a:lnTo>
                  <a:close/>
                </a:path>
                <a:path w="864870" h="864870">
                  <a:moveTo>
                    <a:pt x="494118" y="776478"/>
                  </a:moveTo>
                  <a:lnTo>
                    <a:pt x="476465" y="776478"/>
                  </a:lnTo>
                  <a:lnTo>
                    <a:pt x="476465" y="723531"/>
                  </a:lnTo>
                  <a:lnTo>
                    <a:pt x="476465" y="705891"/>
                  </a:lnTo>
                  <a:lnTo>
                    <a:pt x="458825" y="705891"/>
                  </a:lnTo>
                  <a:lnTo>
                    <a:pt x="458825" y="723531"/>
                  </a:lnTo>
                  <a:lnTo>
                    <a:pt x="458825" y="776478"/>
                  </a:lnTo>
                  <a:lnTo>
                    <a:pt x="405879" y="776478"/>
                  </a:lnTo>
                  <a:lnTo>
                    <a:pt x="405879" y="723531"/>
                  </a:lnTo>
                  <a:lnTo>
                    <a:pt x="458825" y="723531"/>
                  </a:lnTo>
                  <a:lnTo>
                    <a:pt x="458825" y="705891"/>
                  </a:lnTo>
                  <a:lnTo>
                    <a:pt x="388226" y="705891"/>
                  </a:lnTo>
                  <a:lnTo>
                    <a:pt x="388226" y="794118"/>
                  </a:lnTo>
                  <a:lnTo>
                    <a:pt x="405879" y="794118"/>
                  </a:lnTo>
                  <a:lnTo>
                    <a:pt x="405879" y="829411"/>
                  </a:lnTo>
                  <a:lnTo>
                    <a:pt x="423519" y="829411"/>
                  </a:lnTo>
                  <a:lnTo>
                    <a:pt x="441172" y="829411"/>
                  </a:lnTo>
                  <a:lnTo>
                    <a:pt x="458825" y="829411"/>
                  </a:lnTo>
                  <a:lnTo>
                    <a:pt x="458825" y="811771"/>
                  </a:lnTo>
                  <a:lnTo>
                    <a:pt x="441172" y="811771"/>
                  </a:lnTo>
                  <a:lnTo>
                    <a:pt x="423519" y="811771"/>
                  </a:lnTo>
                  <a:lnTo>
                    <a:pt x="423519" y="794118"/>
                  </a:lnTo>
                  <a:lnTo>
                    <a:pt x="458825" y="794118"/>
                  </a:lnTo>
                  <a:lnTo>
                    <a:pt x="458825" y="811771"/>
                  </a:lnTo>
                  <a:lnTo>
                    <a:pt x="476465" y="811771"/>
                  </a:lnTo>
                  <a:lnTo>
                    <a:pt x="476465" y="794118"/>
                  </a:lnTo>
                  <a:lnTo>
                    <a:pt x="494118" y="794118"/>
                  </a:lnTo>
                  <a:lnTo>
                    <a:pt x="494118" y="776478"/>
                  </a:lnTo>
                  <a:close/>
                </a:path>
                <a:path w="864870" h="864870">
                  <a:moveTo>
                    <a:pt x="529412" y="794118"/>
                  </a:moveTo>
                  <a:lnTo>
                    <a:pt x="511759" y="794118"/>
                  </a:lnTo>
                  <a:lnTo>
                    <a:pt x="494118" y="794118"/>
                  </a:lnTo>
                  <a:lnTo>
                    <a:pt x="494118" y="811771"/>
                  </a:lnTo>
                  <a:lnTo>
                    <a:pt x="511759" y="811771"/>
                  </a:lnTo>
                  <a:lnTo>
                    <a:pt x="529412" y="811771"/>
                  </a:lnTo>
                  <a:lnTo>
                    <a:pt x="529412" y="794118"/>
                  </a:lnTo>
                  <a:close/>
                </a:path>
                <a:path w="864870" h="864870">
                  <a:moveTo>
                    <a:pt x="564705" y="776478"/>
                  </a:moveTo>
                  <a:lnTo>
                    <a:pt x="547052" y="776478"/>
                  </a:lnTo>
                  <a:lnTo>
                    <a:pt x="547052" y="794118"/>
                  </a:lnTo>
                  <a:lnTo>
                    <a:pt x="564705" y="794118"/>
                  </a:lnTo>
                  <a:lnTo>
                    <a:pt x="564705" y="776478"/>
                  </a:lnTo>
                  <a:close/>
                </a:path>
                <a:path w="864870" h="864870">
                  <a:moveTo>
                    <a:pt x="599998" y="829411"/>
                  </a:moveTo>
                  <a:lnTo>
                    <a:pt x="582345" y="829411"/>
                  </a:lnTo>
                  <a:lnTo>
                    <a:pt x="582345" y="811771"/>
                  </a:lnTo>
                  <a:lnTo>
                    <a:pt x="564705" y="811771"/>
                  </a:lnTo>
                  <a:lnTo>
                    <a:pt x="547052" y="811771"/>
                  </a:lnTo>
                  <a:lnTo>
                    <a:pt x="529412" y="811771"/>
                  </a:lnTo>
                  <a:lnTo>
                    <a:pt x="529412" y="829411"/>
                  </a:lnTo>
                  <a:lnTo>
                    <a:pt x="511759" y="829411"/>
                  </a:lnTo>
                  <a:lnTo>
                    <a:pt x="511759" y="847064"/>
                  </a:lnTo>
                  <a:lnTo>
                    <a:pt x="494118" y="847064"/>
                  </a:lnTo>
                  <a:lnTo>
                    <a:pt x="494118" y="864717"/>
                  </a:lnTo>
                  <a:lnTo>
                    <a:pt x="511759" y="864717"/>
                  </a:lnTo>
                  <a:lnTo>
                    <a:pt x="529412" y="864717"/>
                  </a:lnTo>
                  <a:lnTo>
                    <a:pt x="547052" y="864717"/>
                  </a:lnTo>
                  <a:lnTo>
                    <a:pt x="564705" y="864717"/>
                  </a:lnTo>
                  <a:lnTo>
                    <a:pt x="564705" y="847064"/>
                  </a:lnTo>
                  <a:lnTo>
                    <a:pt x="547052" y="847064"/>
                  </a:lnTo>
                  <a:lnTo>
                    <a:pt x="547052" y="829411"/>
                  </a:lnTo>
                  <a:lnTo>
                    <a:pt x="564705" y="829411"/>
                  </a:lnTo>
                  <a:lnTo>
                    <a:pt x="564705" y="847064"/>
                  </a:lnTo>
                  <a:lnTo>
                    <a:pt x="582345" y="847064"/>
                  </a:lnTo>
                  <a:lnTo>
                    <a:pt x="599998" y="847064"/>
                  </a:lnTo>
                  <a:lnTo>
                    <a:pt x="599998" y="829411"/>
                  </a:lnTo>
                  <a:close/>
                </a:path>
                <a:path w="864870" h="864870">
                  <a:moveTo>
                    <a:pt x="617639" y="776478"/>
                  </a:moveTo>
                  <a:lnTo>
                    <a:pt x="599998" y="776478"/>
                  </a:lnTo>
                  <a:lnTo>
                    <a:pt x="599998" y="794118"/>
                  </a:lnTo>
                  <a:lnTo>
                    <a:pt x="617639" y="794118"/>
                  </a:lnTo>
                  <a:lnTo>
                    <a:pt x="617639" y="776478"/>
                  </a:lnTo>
                  <a:close/>
                </a:path>
                <a:path w="864870" h="864870">
                  <a:moveTo>
                    <a:pt x="635292" y="794118"/>
                  </a:moveTo>
                  <a:lnTo>
                    <a:pt x="617639" y="794118"/>
                  </a:lnTo>
                  <a:lnTo>
                    <a:pt x="617639" y="811771"/>
                  </a:lnTo>
                  <a:lnTo>
                    <a:pt x="599998" y="811771"/>
                  </a:lnTo>
                  <a:lnTo>
                    <a:pt x="599998" y="829411"/>
                  </a:lnTo>
                  <a:lnTo>
                    <a:pt x="617639" y="829411"/>
                  </a:lnTo>
                  <a:lnTo>
                    <a:pt x="635292" y="829411"/>
                  </a:lnTo>
                  <a:lnTo>
                    <a:pt x="635292" y="794118"/>
                  </a:lnTo>
                  <a:close/>
                </a:path>
                <a:path w="864870" h="864870">
                  <a:moveTo>
                    <a:pt x="652945" y="847064"/>
                  </a:moveTo>
                  <a:lnTo>
                    <a:pt x="635292" y="847064"/>
                  </a:lnTo>
                  <a:lnTo>
                    <a:pt x="617639" y="847064"/>
                  </a:lnTo>
                  <a:lnTo>
                    <a:pt x="599998" y="847064"/>
                  </a:lnTo>
                  <a:lnTo>
                    <a:pt x="599998" y="864717"/>
                  </a:lnTo>
                  <a:lnTo>
                    <a:pt x="617639" y="864717"/>
                  </a:lnTo>
                  <a:lnTo>
                    <a:pt x="635292" y="864717"/>
                  </a:lnTo>
                  <a:lnTo>
                    <a:pt x="652945" y="864717"/>
                  </a:lnTo>
                  <a:lnTo>
                    <a:pt x="652945" y="847064"/>
                  </a:lnTo>
                  <a:close/>
                </a:path>
                <a:path w="864870" h="864870">
                  <a:moveTo>
                    <a:pt x="758812" y="741184"/>
                  </a:moveTo>
                  <a:lnTo>
                    <a:pt x="741172" y="741184"/>
                  </a:lnTo>
                  <a:lnTo>
                    <a:pt x="741172" y="758825"/>
                  </a:lnTo>
                  <a:lnTo>
                    <a:pt x="758812" y="758825"/>
                  </a:lnTo>
                  <a:lnTo>
                    <a:pt x="758812" y="741184"/>
                  </a:lnTo>
                  <a:close/>
                </a:path>
                <a:path w="864870" h="864870">
                  <a:moveTo>
                    <a:pt x="758812" y="423532"/>
                  </a:moveTo>
                  <a:lnTo>
                    <a:pt x="741172" y="423532"/>
                  </a:lnTo>
                  <a:lnTo>
                    <a:pt x="741172" y="441185"/>
                  </a:lnTo>
                  <a:lnTo>
                    <a:pt x="758812" y="441185"/>
                  </a:lnTo>
                  <a:lnTo>
                    <a:pt x="758812" y="423532"/>
                  </a:lnTo>
                  <a:close/>
                </a:path>
                <a:path w="864870" h="864870">
                  <a:moveTo>
                    <a:pt x="776465" y="811771"/>
                  </a:moveTo>
                  <a:lnTo>
                    <a:pt x="758812" y="811771"/>
                  </a:lnTo>
                  <a:lnTo>
                    <a:pt x="758812" y="829411"/>
                  </a:lnTo>
                  <a:lnTo>
                    <a:pt x="741172" y="829411"/>
                  </a:lnTo>
                  <a:lnTo>
                    <a:pt x="723519" y="829411"/>
                  </a:lnTo>
                  <a:lnTo>
                    <a:pt x="705878" y="829411"/>
                  </a:lnTo>
                  <a:lnTo>
                    <a:pt x="705878" y="864717"/>
                  </a:lnTo>
                  <a:lnTo>
                    <a:pt x="723519" y="864717"/>
                  </a:lnTo>
                  <a:lnTo>
                    <a:pt x="723519" y="847064"/>
                  </a:lnTo>
                  <a:lnTo>
                    <a:pt x="741172" y="847064"/>
                  </a:lnTo>
                  <a:lnTo>
                    <a:pt x="758812" y="847064"/>
                  </a:lnTo>
                  <a:lnTo>
                    <a:pt x="776465" y="847064"/>
                  </a:lnTo>
                  <a:lnTo>
                    <a:pt x="776465" y="811771"/>
                  </a:lnTo>
                  <a:close/>
                </a:path>
                <a:path w="864870" h="864870">
                  <a:moveTo>
                    <a:pt x="794118" y="847064"/>
                  </a:moveTo>
                  <a:lnTo>
                    <a:pt x="776465" y="847064"/>
                  </a:lnTo>
                  <a:lnTo>
                    <a:pt x="776465" y="864717"/>
                  </a:lnTo>
                  <a:lnTo>
                    <a:pt x="794118" y="864717"/>
                  </a:lnTo>
                  <a:lnTo>
                    <a:pt x="794118" y="847064"/>
                  </a:lnTo>
                  <a:close/>
                </a:path>
                <a:path w="864870" h="864870">
                  <a:moveTo>
                    <a:pt x="794118" y="388239"/>
                  </a:moveTo>
                  <a:lnTo>
                    <a:pt x="776465" y="388239"/>
                  </a:lnTo>
                  <a:lnTo>
                    <a:pt x="776465" y="405892"/>
                  </a:lnTo>
                  <a:lnTo>
                    <a:pt x="776465" y="458825"/>
                  </a:lnTo>
                  <a:lnTo>
                    <a:pt x="723519" y="458825"/>
                  </a:lnTo>
                  <a:lnTo>
                    <a:pt x="723519" y="405892"/>
                  </a:lnTo>
                  <a:lnTo>
                    <a:pt x="776465" y="405892"/>
                  </a:lnTo>
                  <a:lnTo>
                    <a:pt x="776465" y="388239"/>
                  </a:lnTo>
                  <a:lnTo>
                    <a:pt x="705878" y="388239"/>
                  </a:lnTo>
                  <a:lnTo>
                    <a:pt x="705878" y="476478"/>
                  </a:lnTo>
                  <a:lnTo>
                    <a:pt x="794118" y="476478"/>
                  </a:lnTo>
                  <a:lnTo>
                    <a:pt x="794118" y="458825"/>
                  </a:lnTo>
                  <a:lnTo>
                    <a:pt x="794118" y="405892"/>
                  </a:lnTo>
                  <a:lnTo>
                    <a:pt x="794118" y="388239"/>
                  </a:lnTo>
                  <a:close/>
                </a:path>
                <a:path w="864870" h="864870">
                  <a:moveTo>
                    <a:pt x="829411" y="35306"/>
                  </a:moveTo>
                  <a:lnTo>
                    <a:pt x="776465" y="35306"/>
                  </a:lnTo>
                  <a:lnTo>
                    <a:pt x="776465" y="88239"/>
                  </a:lnTo>
                  <a:lnTo>
                    <a:pt x="829411" y="88239"/>
                  </a:lnTo>
                  <a:lnTo>
                    <a:pt x="829411" y="35306"/>
                  </a:lnTo>
                  <a:close/>
                </a:path>
                <a:path w="864870" h="864870">
                  <a:moveTo>
                    <a:pt x="864704" y="670598"/>
                  </a:moveTo>
                  <a:lnTo>
                    <a:pt x="847051" y="670598"/>
                  </a:lnTo>
                  <a:lnTo>
                    <a:pt x="847051" y="652945"/>
                  </a:lnTo>
                  <a:lnTo>
                    <a:pt x="829411" y="652945"/>
                  </a:lnTo>
                  <a:lnTo>
                    <a:pt x="829411" y="670598"/>
                  </a:lnTo>
                  <a:lnTo>
                    <a:pt x="811758" y="670598"/>
                  </a:lnTo>
                  <a:lnTo>
                    <a:pt x="811758" y="688238"/>
                  </a:lnTo>
                  <a:lnTo>
                    <a:pt x="829411" y="688238"/>
                  </a:lnTo>
                  <a:lnTo>
                    <a:pt x="829411" y="705891"/>
                  </a:lnTo>
                  <a:lnTo>
                    <a:pt x="811758" y="705891"/>
                  </a:lnTo>
                  <a:lnTo>
                    <a:pt x="794118" y="705891"/>
                  </a:lnTo>
                  <a:lnTo>
                    <a:pt x="776465" y="705891"/>
                  </a:lnTo>
                  <a:lnTo>
                    <a:pt x="776465" y="723531"/>
                  </a:lnTo>
                  <a:lnTo>
                    <a:pt x="776465" y="776478"/>
                  </a:lnTo>
                  <a:lnTo>
                    <a:pt x="723519" y="776478"/>
                  </a:lnTo>
                  <a:lnTo>
                    <a:pt x="723519" y="723531"/>
                  </a:lnTo>
                  <a:lnTo>
                    <a:pt x="776465" y="723531"/>
                  </a:lnTo>
                  <a:lnTo>
                    <a:pt x="776465" y="705891"/>
                  </a:lnTo>
                  <a:lnTo>
                    <a:pt x="705878" y="705891"/>
                  </a:lnTo>
                  <a:lnTo>
                    <a:pt x="705878" y="758825"/>
                  </a:lnTo>
                  <a:lnTo>
                    <a:pt x="688225" y="758825"/>
                  </a:lnTo>
                  <a:lnTo>
                    <a:pt x="688225" y="741184"/>
                  </a:lnTo>
                  <a:lnTo>
                    <a:pt x="670585" y="741184"/>
                  </a:lnTo>
                  <a:lnTo>
                    <a:pt x="670585" y="758825"/>
                  </a:lnTo>
                  <a:lnTo>
                    <a:pt x="652945" y="758825"/>
                  </a:lnTo>
                  <a:lnTo>
                    <a:pt x="652945" y="776478"/>
                  </a:lnTo>
                  <a:lnTo>
                    <a:pt x="635292" y="776478"/>
                  </a:lnTo>
                  <a:lnTo>
                    <a:pt x="635292" y="794118"/>
                  </a:lnTo>
                  <a:lnTo>
                    <a:pt x="652945" y="794118"/>
                  </a:lnTo>
                  <a:lnTo>
                    <a:pt x="652945" y="811771"/>
                  </a:lnTo>
                  <a:lnTo>
                    <a:pt x="670585" y="811771"/>
                  </a:lnTo>
                  <a:lnTo>
                    <a:pt x="670585" y="794118"/>
                  </a:lnTo>
                  <a:lnTo>
                    <a:pt x="688225" y="794118"/>
                  </a:lnTo>
                  <a:lnTo>
                    <a:pt x="688225" y="811771"/>
                  </a:lnTo>
                  <a:lnTo>
                    <a:pt x="670585" y="811771"/>
                  </a:lnTo>
                  <a:lnTo>
                    <a:pt x="670585" y="829411"/>
                  </a:lnTo>
                  <a:lnTo>
                    <a:pt x="652945" y="829411"/>
                  </a:lnTo>
                  <a:lnTo>
                    <a:pt x="652945" y="847064"/>
                  </a:lnTo>
                  <a:lnTo>
                    <a:pt x="670585" y="847064"/>
                  </a:lnTo>
                  <a:lnTo>
                    <a:pt x="670585" y="864717"/>
                  </a:lnTo>
                  <a:lnTo>
                    <a:pt x="688225" y="864717"/>
                  </a:lnTo>
                  <a:lnTo>
                    <a:pt x="688225" y="829411"/>
                  </a:lnTo>
                  <a:lnTo>
                    <a:pt x="705878" y="829411"/>
                  </a:lnTo>
                  <a:lnTo>
                    <a:pt x="705878" y="811771"/>
                  </a:lnTo>
                  <a:lnTo>
                    <a:pt x="723519" y="811771"/>
                  </a:lnTo>
                  <a:lnTo>
                    <a:pt x="723519" y="794118"/>
                  </a:lnTo>
                  <a:lnTo>
                    <a:pt x="741172" y="794118"/>
                  </a:lnTo>
                  <a:lnTo>
                    <a:pt x="741172" y="811771"/>
                  </a:lnTo>
                  <a:lnTo>
                    <a:pt x="758812" y="811771"/>
                  </a:lnTo>
                  <a:lnTo>
                    <a:pt x="758812" y="794118"/>
                  </a:lnTo>
                  <a:lnTo>
                    <a:pt x="776465" y="794118"/>
                  </a:lnTo>
                  <a:lnTo>
                    <a:pt x="776465" y="811771"/>
                  </a:lnTo>
                  <a:lnTo>
                    <a:pt x="794118" y="811771"/>
                  </a:lnTo>
                  <a:lnTo>
                    <a:pt x="794118" y="794118"/>
                  </a:lnTo>
                  <a:lnTo>
                    <a:pt x="794118" y="776478"/>
                  </a:lnTo>
                  <a:lnTo>
                    <a:pt x="794118" y="758825"/>
                  </a:lnTo>
                  <a:lnTo>
                    <a:pt x="811758" y="758825"/>
                  </a:lnTo>
                  <a:lnTo>
                    <a:pt x="811758" y="741184"/>
                  </a:lnTo>
                  <a:lnTo>
                    <a:pt x="794118" y="741184"/>
                  </a:lnTo>
                  <a:lnTo>
                    <a:pt x="794118" y="723531"/>
                  </a:lnTo>
                  <a:lnTo>
                    <a:pt x="811758" y="723531"/>
                  </a:lnTo>
                  <a:lnTo>
                    <a:pt x="829411" y="723531"/>
                  </a:lnTo>
                  <a:lnTo>
                    <a:pt x="829411" y="776478"/>
                  </a:lnTo>
                  <a:lnTo>
                    <a:pt x="811758" y="776478"/>
                  </a:lnTo>
                  <a:lnTo>
                    <a:pt x="811758" y="829411"/>
                  </a:lnTo>
                  <a:lnTo>
                    <a:pt x="829411" y="829411"/>
                  </a:lnTo>
                  <a:lnTo>
                    <a:pt x="847051" y="829411"/>
                  </a:lnTo>
                  <a:lnTo>
                    <a:pt x="847051" y="847064"/>
                  </a:lnTo>
                  <a:lnTo>
                    <a:pt x="829411" y="847064"/>
                  </a:lnTo>
                  <a:lnTo>
                    <a:pt x="811758" y="847064"/>
                  </a:lnTo>
                  <a:lnTo>
                    <a:pt x="811758" y="864717"/>
                  </a:lnTo>
                  <a:lnTo>
                    <a:pt x="829411" y="864717"/>
                  </a:lnTo>
                  <a:lnTo>
                    <a:pt x="847051" y="864717"/>
                  </a:lnTo>
                  <a:lnTo>
                    <a:pt x="864704" y="864717"/>
                  </a:lnTo>
                  <a:lnTo>
                    <a:pt x="864704" y="741184"/>
                  </a:lnTo>
                  <a:lnTo>
                    <a:pt x="847051" y="741184"/>
                  </a:lnTo>
                  <a:lnTo>
                    <a:pt x="847051" y="794118"/>
                  </a:lnTo>
                  <a:lnTo>
                    <a:pt x="847051" y="811771"/>
                  </a:lnTo>
                  <a:lnTo>
                    <a:pt x="829411" y="811771"/>
                  </a:lnTo>
                  <a:lnTo>
                    <a:pt x="829411" y="794118"/>
                  </a:lnTo>
                  <a:lnTo>
                    <a:pt x="847051" y="794118"/>
                  </a:lnTo>
                  <a:lnTo>
                    <a:pt x="847051" y="741184"/>
                  </a:lnTo>
                  <a:lnTo>
                    <a:pt x="847051" y="723531"/>
                  </a:lnTo>
                  <a:lnTo>
                    <a:pt x="864704" y="723531"/>
                  </a:lnTo>
                  <a:lnTo>
                    <a:pt x="864704" y="670598"/>
                  </a:lnTo>
                  <a:close/>
                </a:path>
                <a:path w="864870" h="864870">
                  <a:moveTo>
                    <a:pt x="864704" y="0"/>
                  </a:moveTo>
                  <a:lnTo>
                    <a:pt x="847051" y="0"/>
                  </a:lnTo>
                  <a:lnTo>
                    <a:pt x="847051" y="17653"/>
                  </a:lnTo>
                  <a:lnTo>
                    <a:pt x="847051" y="105892"/>
                  </a:lnTo>
                  <a:lnTo>
                    <a:pt x="758812" y="105892"/>
                  </a:lnTo>
                  <a:lnTo>
                    <a:pt x="758812" y="17653"/>
                  </a:lnTo>
                  <a:lnTo>
                    <a:pt x="847051" y="17653"/>
                  </a:lnTo>
                  <a:lnTo>
                    <a:pt x="847051" y="0"/>
                  </a:lnTo>
                  <a:lnTo>
                    <a:pt x="741172" y="0"/>
                  </a:lnTo>
                  <a:lnTo>
                    <a:pt x="741172" y="123532"/>
                  </a:lnTo>
                  <a:lnTo>
                    <a:pt x="864704" y="123532"/>
                  </a:lnTo>
                  <a:lnTo>
                    <a:pt x="864704" y="105892"/>
                  </a:lnTo>
                  <a:lnTo>
                    <a:pt x="864704" y="17653"/>
                  </a:lnTo>
                  <a:lnTo>
                    <a:pt x="86470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6" name="object 566"/>
          <p:cNvSpPr txBox="1"/>
          <p:nvPr/>
        </p:nvSpPr>
        <p:spPr>
          <a:xfrm>
            <a:off x="928623" y="3881609"/>
            <a:ext cx="8779158" cy="10656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" algn="ctr">
              <a:lnSpc>
                <a:spcPct val="100000"/>
              </a:lnSpc>
              <a:spcBef>
                <a:spcPts val="130"/>
              </a:spcBef>
            </a:pPr>
            <a:r>
              <a:rPr sz="3150" spc="-10" dirty="0">
                <a:solidFill>
                  <a:srgbClr val="231F20"/>
                </a:solidFill>
                <a:latin typeface="Tahoma"/>
                <a:cs typeface="Tahoma"/>
              </a:rPr>
              <a:t>concluiu</a:t>
            </a:r>
            <a:r>
              <a:rPr sz="3150" spc="-2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3150" spc="-20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3150" b="1" i="1" spc="-90" dirty="0">
                <a:solidFill>
                  <a:srgbClr val="231F20"/>
                </a:solidFill>
                <a:latin typeface="Trebuchet MS"/>
                <a:cs typeface="Trebuchet MS"/>
              </a:rPr>
              <a:t>Curso</a:t>
            </a:r>
            <a:r>
              <a:rPr sz="3150" b="1" i="1" spc="-29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3150" b="1" i="1" spc="-114" dirty="0">
                <a:solidFill>
                  <a:srgbClr val="231F20"/>
                </a:solidFill>
                <a:latin typeface="Trebuchet MS"/>
                <a:cs typeface="Trebuchet MS"/>
              </a:rPr>
              <a:t>de</a:t>
            </a:r>
            <a:r>
              <a:rPr sz="3150" b="1" i="1" spc="-29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3150" b="1" i="1" spc="-105" dirty="0">
                <a:solidFill>
                  <a:srgbClr val="231F20"/>
                </a:solidFill>
                <a:latin typeface="Trebuchet MS"/>
                <a:cs typeface="Trebuchet MS"/>
              </a:rPr>
              <a:t>Ing</a:t>
            </a:r>
            <a:r>
              <a:rPr lang="pt-BR" sz="3150" b="1" i="1" spc="-105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r>
              <a:rPr sz="3150" b="1" i="1" spc="-105" dirty="0" err="1">
                <a:solidFill>
                  <a:srgbClr val="231F20"/>
                </a:solidFill>
                <a:latin typeface="Trebuchet MS"/>
                <a:cs typeface="Trebuchet MS"/>
              </a:rPr>
              <a:t>ês</a:t>
            </a:r>
            <a:r>
              <a:rPr sz="3150" b="1" i="1" spc="-29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3150" b="1" i="1" spc="-10" dirty="0">
                <a:solidFill>
                  <a:srgbClr val="231F20"/>
                </a:solidFill>
                <a:latin typeface="Trebuchet MS"/>
                <a:cs typeface="Trebuchet MS"/>
              </a:rPr>
              <a:t>Básico</a:t>
            </a:r>
            <a:endParaRPr sz="315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2090"/>
              </a:lnSpc>
              <a:spcBef>
                <a:spcPts val="155"/>
              </a:spcBef>
            </a:pP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No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período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de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lang="pt-BR"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02/01/2026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lang="pt-BR" b="1" spc="45" dirty="0">
                <a:solidFill>
                  <a:srgbClr val="231F20"/>
                </a:solidFill>
                <a:latin typeface="Trebuchet MS"/>
                <a:cs typeface="Trebuchet MS"/>
              </a:rPr>
              <a:t>02/02/2026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com</a:t>
            </a:r>
            <a:r>
              <a:rPr sz="1800" b="1" spc="5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Carga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Horária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de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lang="pt-BR" b="1" spc="45" dirty="0">
                <a:solidFill>
                  <a:srgbClr val="231F20"/>
                </a:solidFill>
                <a:latin typeface="Trebuchet MS"/>
                <a:cs typeface="Trebuchet MS"/>
              </a:rPr>
              <a:t>8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0</a:t>
            </a:r>
            <a:r>
              <a:rPr sz="1800" b="1" spc="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231F20"/>
                </a:solidFill>
                <a:latin typeface="Trebuchet MS"/>
                <a:cs typeface="Trebuchet MS"/>
              </a:rPr>
              <a:t>horas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Com</a:t>
            </a:r>
            <a:r>
              <a:rPr sz="1800" b="1" spc="5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100%</a:t>
            </a:r>
            <a:r>
              <a:rPr sz="1800" b="1" spc="6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de</a:t>
            </a:r>
            <a:r>
              <a:rPr sz="1800" b="1" spc="6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aproveitamento</a:t>
            </a:r>
            <a:r>
              <a:rPr sz="1800" b="1" spc="6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-</a:t>
            </a:r>
            <a:r>
              <a:rPr sz="1800" b="1" spc="6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Certificado</a:t>
            </a:r>
            <a:r>
              <a:rPr sz="1800" b="1" spc="5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nº</a:t>
            </a:r>
            <a:r>
              <a:rPr sz="1800" b="1" spc="6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lang="pt-BR" b="1" spc="60" dirty="0">
                <a:solidFill>
                  <a:srgbClr val="231F20"/>
                </a:solidFill>
                <a:latin typeface="Trebuchet MS"/>
                <a:cs typeface="Trebuchet MS"/>
              </a:rPr>
              <a:t>02</a:t>
            </a:r>
            <a:r>
              <a:rPr lang="pt-BR" sz="1800" b="1" dirty="0">
                <a:solidFill>
                  <a:srgbClr val="231F20"/>
                </a:solidFill>
                <a:latin typeface="Trebuchet MS"/>
                <a:cs typeface="Trebuchet MS"/>
              </a:rPr>
              <a:t>02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-</a:t>
            </a:r>
            <a:r>
              <a:rPr lang="pt-BR" b="1" dirty="0">
                <a:solidFill>
                  <a:srgbClr val="231F20"/>
                </a:solidFill>
                <a:latin typeface="Trebuchet MS"/>
                <a:cs typeface="Trebuchet MS"/>
              </a:rPr>
              <a:t>2026</a:t>
            </a:r>
            <a:r>
              <a:rPr sz="1800" b="1" dirty="0">
                <a:solidFill>
                  <a:srgbClr val="231F20"/>
                </a:solidFill>
                <a:latin typeface="Trebuchet MS"/>
                <a:cs typeface="Trebuchet MS"/>
              </a:rPr>
              <a:t>-2323-</a:t>
            </a:r>
            <a:r>
              <a:rPr sz="1800" b="1" spc="-10" dirty="0">
                <a:solidFill>
                  <a:srgbClr val="231F20"/>
                </a:solidFill>
                <a:latin typeface="Trebuchet MS"/>
                <a:cs typeface="Trebuchet MS"/>
              </a:rPr>
              <a:t>52697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67" name="object 567"/>
          <p:cNvSpPr txBox="1"/>
          <p:nvPr/>
        </p:nvSpPr>
        <p:spPr>
          <a:xfrm>
            <a:off x="927100" y="3104581"/>
            <a:ext cx="8801628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5800" spc="220" dirty="0">
                <a:solidFill>
                  <a:srgbClr val="272E7F"/>
                </a:solidFill>
                <a:latin typeface="Gabriola" panose="04040605051002020D02" pitchFamily="82" charset="0"/>
                <a:cs typeface="Arial MT"/>
              </a:rPr>
              <a:t>Brenda Souza dos Santos </a:t>
            </a:r>
            <a:r>
              <a:rPr lang="pt-BR" sz="5800" spc="220" dirty="0" err="1">
                <a:solidFill>
                  <a:srgbClr val="272E7F"/>
                </a:solidFill>
                <a:latin typeface="Gabriola" panose="04040605051002020D02" pitchFamily="82" charset="0"/>
                <a:cs typeface="Arial MT"/>
              </a:rPr>
              <a:t>Asevedo</a:t>
            </a:r>
            <a:r>
              <a:rPr lang="pt-BR" sz="5800" spc="220" dirty="0">
                <a:solidFill>
                  <a:srgbClr val="272E7F"/>
                </a:solidFill>
                <a:latin typeface="Gabriola" panose="04040605051002020D02" pitchFamily="82" charset="0"/>
                <a:cs typeface="Arial MT"/>
              </a:rPr>
              <a:t> </a:t>
            </a:r>
            <a:endParaRPr sz="5800" dirty="0">
              <a:latin typeface="Gabriola" panose="04040605051002020D02" pitchFamily="82" charset="0"/>
              <a:cs typeface="Arial MT"/>
            </a:endParaRPr>
          </a:p>
        </p:txBody>
      </p:sp>
      <p:sp>
        <p:nvSpPr>
          <p:cNvPr id="568" name="object 568"/>
          <p:cNvSpPr txBox="1"/>
          <p:nvPr/>
        </p:nvSpPr>
        <p:spPr>
          <a:xfrm>
            <a:off x="6248265" y="5660331"/>
            <a:ext cx="1593850" cy="412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38735" algn="ctr">
              <a:lnSpc>
                <a:spcPts val="1520"/>
              </a:lnSpc>
              <a:spcBef>
                <a:spcPts val="114"/>
              </a:spcBef>
            </a:pPr>
            <a:r>
              <a:rPr sz="1300" spc="105" dirty="0">
                <a:solidFill>
                  <a:srgbClr val="231F20"/>
                </a:solidFill>
                <a:latin typeface="Lucida Sans Unicode"/>
                <a:cs typeface="Lucida Sans Unicode"/>
              </a:rPr>
              <a:t>ALUNO</a:t>
            </a:r>
            <a:endParaRPr sz="1300" dirty="0">
              <a:latin typeface="Lucida Sans Unicode"/>
              <a:cs typeface="Lucida Sans Unicode"/>
            </a:endParaRPr>
          </a:p>
          <a:p>
            <a:pPr algn="ctr">
              <a:lnSpc>
                <a:spcPts val="1520"/>
              </a:lnSpc>
            </a:pPr>
            <a:r>
              <a:rPr sz="1300" dirty="0">
                <a:solidFill>
                  <a:srgbClr val="231F20"/>
                </a:solidFill>
                <a:latin typeface="Arial MT"/>
                <a:cs typeface="Arial MT"/>
              </a:rPr>
              <a:t>CPF:</a:t>
            </a:r>
            <a:r>
              <a:rPr sz="1300" spc="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1300" spc="-20" dirty="0">
                <a:solidFill>
                  <a:srgbClr val="231F20"/>
                </a:solidFill>
                <a:latin typeface="Arial MT"/>
                <a:cs typeface="Arial MT"/>
              </a:rPr>
              <a:t>414.790.898-50</a:t>
            </a:r>
            <a:endParaRPr sz="1300" dirty="0">
              <a:latin typeface="Arial MT"/>
              <a:cs typeface="Arial MT"/>
            </a:endParaRPr>
          </a:p>
        </p:txBody>
      </p:sp>
      <p:pic>
        <p:nvPicPr>
          <p:cNvPr id="570" name="Imagem 569">
            <a:extLst>
              <a:ext uri="{FF2B5EF4-FFF2-40B4-BE49-F238E27FC236}">
                <a16:creationId xmlns:a16="http://schemas.microsoft.com/office/drawing/2014/main" id="{F0CB6ED9-C132-4360-8E81-9C8C4B5EC369}"/>
              </a:ext>
            </a:extLst>
          </p:cNvPr>
          <p:cNvPicPr>
            <a:picLocks noChangeAspect="1"/>
          </p:cNvPicPr>
          <p:nvPr/>
        </p:nvPicPr>
        <p:blipFill>
          <a:blip r:embed="rId2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6397" y="6196146"/>
            <a:ext cx="867159" cy="877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810" y="-3810"/>
            <a:ext cx="10697845" cy="7557770"/>
            <a:chOff x="-3810" y="-3810"/>
            <a:chExt cx="10697845" cy="755777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0225" cy="7550150"/>
            </a:xfrm>
            <a:custGeom>
              <a:avLst/>
              <a:gdLst/>
              <a:ahLst/>
              <a:cxnLst/>
              <a:rect l="l" t="t" r="r" b="b"/>
              <a:pathLst>
                <a:path w="10690225" h="7550150">
                  <a:moveTo>
                    <a:pt x="10690001" y="0"/>
                  </a:moveTo>
                  <a:lnTo>
                    <a:pt x="10690001" y="7550147"/>
                  </a:lnTo>
                  <a:lnTo>
                    <a:pt x="0" y="7550147"/>
                  </a:lnTo>
                </a:path>
              </a:pathLst>
            </a:custGeom>
            <a:ln w="7199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59298" y="212270"/>
              <a:ext cx="2762885" cy="7098030"/>
            </a:xfrm>
            <a:custGeom>
              <a:avLst/>
              <a:gdLst/>
              <a:ahLst/>
              <a:cxnLst/>
              <a:rect l="l" t="t" r="r" b="b"/>
              <a:pathLst>
                <a:path w="2762884" h="7098030">
                  <a:moveTo>
                    <a:pt x="0" y="7097529"/>
                  </a:moveTo>
                  <a:lnTo>
                    <a:pt x="2762431" y="7097529"/>
                  </a:lnTo>
                  <a:lnTo>
                    <a:pt x="2762431" y="0"/>
                  </a:lnTo>
                  <a:lnTo>
                    <a:pt x="0" y="0"/>
                  </a:lnTo>
                  <a:lnTo>
                    <a:pt x="0" y="7097529"/>
                  </a:lnTo>
                  <a:close/>
                </a:path>
              </a:pathLst>
            </a:custGeom>
            <a:solidFill>
              <a:srgbClr val="F5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7082" y="212270"/>
              <a:ext cx="10135235" cy="7098030"/>
            </a:xfrm>
            <a:custGeom>
              <a:avLst/>
              <a:gdLst/>
              <a:ahLst/>
              <a:cxnLst/>
              <a:rect l="l" t="t" r="r" b="b"/>
              <a:pathLst>
                <a:path w="10135235" h="7098030">
                  <a:moveTo>
                    <a:pt x="0" y="0"/>
                  </a:moveTo>
                  <a:lnTo>
                    <a:pt x="10134648" y="0"/>
                  </a:lnTo>
                  <a:lnTo>
                    <a:pt x="10134648" y="7097529"/>
                  </a:lnTo>
                  <a:lnTo>
                    <a:pt x="0" y="7097529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6C8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528" y="222134"/>
              <a:ext cx="7385050" cy="7087870"/>
            </a:xfrm>
            <a:custGeom>
              <a:avLst/>
              <a:gdLst/>
              <a:ahLst/>
              <a:cxnLst/>
              <a:rect l="l" t="t" r="r" b="b"/>
              <a:pathLst>
                <a:path w="7385050" h="7087870">
                  <a:moveTo>
                    <a:pt x="7384770" y="0"/>
                  </a:moveTo>
                  <a:lnTo>
                    <a:pt x="0" y="0"/>
                  </a:lnTo>
                  <a:lnTo>
                    <a:pt x="0" y="7087665"/>
                  </a:lnTo>
                  <a:lnTo>
                    <a:pt x="7384770" y="7087665"/>
                  </a:lnTo>
                  <a:lnTo>
                    <a:pt x="73847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528" y="222134"/>
              <a:ext cx="7385050" cy="7087870"/>
            </a:xfrm>
            <a:custGeom>
              <a:avLst/>
              <a:gdLst/>
              <a:ahLst/>
              <a:cxnLst/>
              <a:rect l="l" t="t" r="r" b="b"/>
              <a:pathLst>
                <a:path w="7385050" h="7087870">
                  <a:moveTo>
                    <a:pt x="0" y="0"/>
                  </a:moveTo>
                  <a:lnTo>
                    <a:pt x="7384770" y="0"/>
                  </a:lnTo>
                  <a:lnTo>
                    <a:pt x="7384770" y="7087665"/>
                  </a:lnTo>
                  <a:lnTo>
                    <a:pt x="0" y="7087665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6C8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6926" y="222235"/>
              <a:ext cx="7372350" cy="748665"/>
            </a:xfrm>
            <a:custGeom>
              <a:avLst/>
              <a:gdLst/>
              <a:ahLst/>
              <a:cxnLst/>
              <a:rect l="l" t="t" r="r" b="b"/>
              <a:pathLst>
                <a:path w="7372350" h="748665">
                  <a:moveTo>
                    <a:pt x="7372216" y="748188"/>
                  </a:moveTo>
                  <a:lnTo>
                    <a:pt x="7372204" y="11"/>
                  </a:lnTo>
                  <a:lnTo>
                    <a:pt x="0" y="0"/>
                  </a:lnTo>
                  <a:lnTo>
                    <a:pt x="12" y="748177"/>
                  </a:lnTo>
                  <a:lnTo>
                    <a:pt x="7372216" y="748188"/>
                  </a:lnTo>
                  <a:close/>
                </a:path>
              </a:pathLst>
            </a:custGeom>
            <a:solidFill>
              <a:srgbClr val="6C8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6926" y="222235"/>
              <a:ext cx="7372350" cy="748665"/>
            </a:xfrm>
            <a:custGeom>
              <a:avLst/>
              <a:gdLst/>
              <a:ahLst/>
              <a:cxnLst/>
              <a:rect l="l" t="t" r="r" b="b"/>
              <a:pathLst>
                <a:path w="7372350" h="748665">
                  <a:moveTo>
                    <a:pt x="0" y="0"/>
                  </a:moveTo>
                  <a:lnTo>
                    <a:pt x="7372204" y="11"/>
                  </a:lnTo>
                  <a:lnTo>
                    <a:pt x="7372216" y="748188"/>
                  </a:lnTo>
                  <a:lnTo>
                    <a:pt x="12" y="748177"/>
                  </a:lnTo>
                  <a:lnTo>
                    <a:pt x="0" y="0"/>
                  </a:lnTo>
                  <a:close/>
                </a:path>
              </a:pathLst>
            </a:custGeom>
            <a:ln w="7140">
              <a:solidFill>
                <a:srgbClr val="6C8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96588" y="356442"/>
            <a:ext cx="3150870" cy="5048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82550">
              <a:lnSpc>
                <a:spcPts val="1850"/>
              </a:lnSpc>
              <a:spcBef>
                <a:spcPts val="22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CONTEÚDO</a:t>
            </a:r>
            <a:r>
              <a:rPr sz="1600" spc="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PROGRAMÁTICO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6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CURSO</a:t>
            </a:r>
            <a:r>
              <a:rPr sz="16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6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INGLÊS</a:t>
            </a:r>
            <a:r>
              <a:rPr sz="16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BÁSICO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66757" y="1180051"/>
            <a:ext cx="2725420" cy="5245100"/>
            <a:chOff x="7966757" y="1180051"/>
            <a:chExt cx="2725420" cy="5245100"/>
          </a:xfrm>
        </p:grpSpPr>
        <p:sp>
          <p:nvSpPr>
            <p:cNvPr id="12" name="object 12"/>
            <p:cNvSpPr/>
            <p:nvPr/>
          </p:nvSpPr>
          <p:spPr>
            <a:xfrm>
              <a:off x="10690074" y="4655099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40" h="1904">
                  <a:moveTo>
                    <a:pt x="1926" y="0"/>
                  </a:moveTo>
                  <a:lnTo>
                    <a:pt x="0" y="1450"/>
                  </a:lnTo>
                  <a:lnTo>
                    <a:pt x="1926" y="860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EA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6757" y="1180051"/>
              <a:ext cx="2183573" cy="145987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3402" y="5353772"/>
              <a:ext cx="1298732" cy="107112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44280" y="1151449"/>
            <a:ext cx="3710971" cy="3178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1236345">
              <a:lnSpc>
                <a:spcPts val="950"/>
              </a:lnSpc>
              <a:spcBef>
                <a:spcPts val="185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01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r>
              <a:rPr sz="85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Alfabeto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English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Alphabet</a:t>
            </a:r>
            <a:r>
              <a:rPr sz="850" spc="50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02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Números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Numbers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English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885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03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Numerais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Ordinais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Ordinal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Numbers</a:t>
            </a:r>
            <a:endParaRPr lang="pt-BR" sz="850" dirty="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04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Pronomes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Pessoais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Personal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Pronouns</a:t>
            </a:r>
            <a:endParaRPr lang="pt-BR" sz="850" dirty="0">
              <a:latin typeface="Arial MT"/>
              <a:cs typeface="Arial MT"/>
            </a:endParaRPr>
          </a:p>
          <a:p>
            <a:pPr marL="12700" marR="361950">
              <a:lnSpc>
                <a:spcPts val="950"/>
              </a:lnSpc>
              <a:spcBef>
                <a:spcPts val="55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05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Verbo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Ser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ou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Estar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Verb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60" dirty="0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Be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231F20"/>
                </a:solidFill>
                <a:latin typeface="Arial MT"/>
                <a:cs typeface="Arial MT"/>
              </a:rPr>
              <a:t>Aﬃrmative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Form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06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Saudações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Inglês,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Cumprimentos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 Inglês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885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07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Dias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da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Semana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Meses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do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Ano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08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Palavras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Úteis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Useful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Words</a:t>
            </a:r>
            <a:endParaRPr sz="850" dirty="0">
              <a:latin typeface="Arial MT"/>
              <a:cs typeface="Arial MT"/>
            </a:endParaRPr>
          </a:p>
          <a:p>
            <a:pPr marL="12700" marR="627380">
              <a:lnSpc>
                <a:spcPts val="950"/>
              </a:lnSpc>
              <a:spcBef>
                <a:spcPts val="50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09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Estações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do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Ano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Seasons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Of</a:t>
            </a:r>
            <a:r>
              <a:rPr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Year </a:t>
            </a:r>
            <a:endParaRPr lang="pt-BR" sz="850" spc="-20" dirty="0">
              <a:solidFill>
                <a:srgbClr val="231F20"/>
              </a:solidFill>
              <a:latin typeface="Arial MT"/>
              <a:cs typeface="Arial MT"/>
            </a:endParaRPr>
          </a:p>
          <a:p>
            <a:pPr marL="12700" marR="627380">
              <a:lnSpc>
                <a:spcPts val="950"/>
              </a:lnSpc>
              <a:spcBef>
                <a:spcPts val="50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09b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Cores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Colors</a:t>
            </a:r>
            <a:endParaRPr lang="pt-BR" sz="850" dirty="0">
              <a:latin typeface="Arial MT"/>
              <a:cs typeface="Arial MT"/>
            </a:endParaRPr>
          </a:p>
          <a:p>
            <a:pPr marL="12700">
              <a:lnSpc>
                <a:spcPts val="885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10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animais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Animals</a:t>
            </a:r>
            <a:endParaRPr sz="850" dirty="0">
              <a:latin typeface="Arial MT"/>
              <a:cs typeface="Arial MT"/>
            </a:endParaRPr>
          </a:p>
          <a:p>
            <a:pPr marL="12700" marR="1334135">
              <a:lnSpc>
                <a:spcPts val="950"/>
              </a:lnSpc>
              <a:spcBef>
                <a:spcPts val="55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231F20"/>
                </a:solidFill>
                <a:latin typeface="Arial MT"/>
                <a:cs typeface="Arial MT"/>
              </a:rPr>
              <a:t>11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Membros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Família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Family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Members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12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Horas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Hours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885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13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Sentimentos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Feelings</a:t>
            </a:r>
            <a:endParaRPr sz="850" dirty="0">
              <a:latin typeface="Arial MT"/>
              <a:cs typeface="Arial MT"/>
            </a:endParaRPr>
          </a:p>
          <a:p>
            <a:pPr marL="12700" marR="303530">
              <a:lnSpc>
                <a:spcPts val="950"/>
              </a:lnSpc>
              <a:spcBef>
                <a:spcPts val="55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14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Verbo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ser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ou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estar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forma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negativa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Negative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form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verb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be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15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Meios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de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Transporte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Means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of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Transportation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16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Falsos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Cognatos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False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friends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880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4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17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Verb</a:t>
            </a:r>
            <a:r>
              <a:rPr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60" dirty="0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Be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Forma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Interrogativa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Interrogative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Form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18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Perguntas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Respostas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19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Do,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Does,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Did,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Will,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Would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Como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usá-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los</a:t>
            </a:r>
            <a:endParaRPr sz="850" dirty="0">
              <a:latin typeface="Arial MT"/>
              <a:cs typeface="Arial MT"/>
            </a:endParaRPr>
          </a:p>
          <a:p>
            <a:pPr marL="12700" marR="476884">
              <a:lnSpc>
                <a:spcPts val="950"/>
              </a:lnSpc>
              <a:spcBef>
                <a:spcPts val="50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20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85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lot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of,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Litle,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Some,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Any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Substantivos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Incontáveis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21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Introducing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Myself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And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My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Family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Como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Me</a:t>
            </a:r>
            <a:r>
              <a:rPr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Apresentar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23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Corpo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Humano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Human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Body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ts val="880"/>
              </a:lnSpc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24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Gírias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Slangs</a:t>
            </a:r>
            <a:endParaRPr sz="850" dirty="0">
              <a:latin typeface="Arial MT"/>
              <a:cs typeface="Arial MT"/>
            </a:endParaRPr>
          </a:p>
          <a:p>
            <a:pPr marL="12700" marR="1367790">
              <a:lnSpc>
                <a:spcPts val="950"/>
              </a:lnSpc>
              <a:spcBef>
                <a:spcPts val="55"/>
              </a:spcBef>
            </a:pP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25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Gírias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Parte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2</a:t>
            </a:r>
            <a:r>
              <a:rPr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231F20"/>
                </a:solidFill>
                <a:latin typeface="Arial MT"/>
                <a:cs typeface="Arial MT"/>
              </a:rPr>
              <a:t>Slangs</a:t>
            </a:r>
            <a:endParaRPr sz="85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7050" y="2929372"/>
            <a:ext cx="2592070" cy="6908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55270" marR="177165" algn="ctr">
              <a:lnSpc>
                <a:spcPct val="95800"/>
              </a:lnSpc>
              <a:spcBef>
                <a:spcPts val="155"/>
              </a:spcBef>
            </a:pP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Certificado</a:t>
            </a:r>
            <a:r>
              <a:rPr sz="1100" spc="-25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de</a:t>
            </a:r>
            <a:r>
              <a:rPr sz="1100" spc="-25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58595B"/>
                </a:solidFill>
                <a:latin typeface="Arial"/>
                <a:cs typeface="Arial"/>
              </a:rPr>
              <a:t>Curso</a:t>
            </a:r>
            <a:r>
              <a:rPr sz="1100" b="1" spc="-2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8595B"/>
                </a:solidFill>
                <a:latin typeface="Arial"/>
                <a:cs typeface="Arial"/>
              </a:rPr>
              <a:t>Online</a:t>
            </a:r>
            <a:r>
              <a:rPr sz="1100" b="1" spc="-2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8595B"/>
                </a:solidFill>
                <a:latin typeface="Arial"/>
                <a:cs typeface="Arial"/>
              </a:rPr>
              <a:t>Livre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emitido</a:t>
            </a:r>
            <a:r>
              <a:rPr sz="1100" spc="-10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em</a:t>
            </a:r>
            <a:r>
              <a:rPr sz="1100" spc="-10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conformidade</a:t>
            </a:r>
            <a:r>
              <a:rPr sz="1100" spc="-10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com</a:t>
            </a:r>
            <a:r>
              <a:rPr sz="1100" spc="-10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58595B"/>
                </a:solidFill>
                <a:latin typeface="Arial MT"/>
                <a:cs typeface="Arial MT"/>
              </a:rPr>
              <a:t>o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Decreto</a:t>
            </a:r>
            <a:r>
              <a:rPr sz="1100" spc="-20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Federal</a:t>
            </a:r>
            <a:r>
              <a:rPr sz="1100" spc="-15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8595B"/>
                </a:solidFill>
                <a:latin typeface="Arial MT"/>
                <a:cs typeface="Arial MT"/>
              </a:rPr>
              <a:t>Nº</a:t>
            </a:r>
            <a:r>
              <a:rPr sz="1100" spc="-15" dirty="0">
                <a:solidFill>
                  <a:srgbClr val="58595B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58595B"/>
                </a:solidFill>
                <a:latin typeface="Arial MT"/>
                <a:cs typeface="Arial MT"/>
              </a:rPr>
              <a:t>5.154/04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950" b="1" dirty="0">
                <a:solidFill>
                  <a:srgbClr val="58595B"/>
                </a:solidFill>
                <a:latin typeface="Arial"/>
                <a:cs typeface="Arial"/>
              </a:rPr>
              <a:t>VÁLIDO</a:t>
            </a:r>
            <a:r>
              <a:rPr sz="950" b="1" spc="6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58595B"/>
                </a:solidFill>
                <a:latin typeface="Arial"/>
                <a:cs typeface="Arial"/>
              </a:rPr>
              <a:t>EM</a:t>
            </a:r>
            <a:r>
              <a:rPr sz="950" b="1" spc="7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58595B"/>
                </a:solidFill>
                <a:latin typeface="Arial"/>
                <a:cs typeface="Arial"/>
              </a:rPr>
              <a:t>TODO</a:t>
            </a:r>
            <a:r>
              <a:rPr sz="950" b="1" spc="7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58595B"/>
                </a:solidFill>
                <a:latin typeface="Arial"/>
                <a:cs typeface="Arial"/>
              </a:rPr>
              <a:t>TERRITÓRIO</a:t>
            </a:r>
            <a:r>
              <a:rPr sz="950" b="1" spc="7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58595B"/>
                </a:solidFill>
                <a:latin typeface="Arial"/>
                <a:cs typeface="Arial"/>
              </a:rPr>
              <a:t>NACIONAL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60468" y="4736958"/>
            <a:ext cx="24307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apresentado</a:t>
            </a:r>
            <a:r>
              <a:rPr sz="800" b="1" spc="-2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confere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com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os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dados</a:t>
            </a:r>
            <a:r>
              <a:rPr sz="800" b="1" spc="-2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do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414042"/>
                </a:solidFill>
                <a:latin typeface="Arial"/>
                <a:cs typeface="Arial"/>
              </a:rPr>
              <a:t>certificado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13782" y="4835433"/>
            <a:ext cx="7315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em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nosso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414042"/>
                </a:solidFill>
                <a:latin typeface="Arial"/>
                <a:cs typeface="Arial"/>
              </a:rPr>
              <a:t>site.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8210" y="3873897"/>
            <a:ext cx="2592705" cy="8902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algn="ctr">
              <a:lnSpc>
                <a:spcPts val="1295"/>
              </a:lnSpc>
              <a:spcBef>
                <a:spcPts val="95"/>
              </a:spcBef>
            </a:pPr>
            <a:r>
              <a:rPr sz="1100" b="1" spc="-20" dirty="0">
                <a:solidFill>
                  <a:srgbClr val="58595B"/>
                </a:solidFill>
                <a:latin typeface="Arial"/>
                <a:cs typeface="Arial"/>
              </a:rPr>
              <a:t>VALIDAR</a:t>
            </a:r>
            <a:r>
              <a:rPr sz="1100" b="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8595B"/>
                </a:solidFill>
                <a:latin typeface="Arial"/>
                <a:cs typeface="Arial"/>
              </a:rPr>
              <a:t>CERTIFICADO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935"/>
              </a:lnSpc>
            </a:pPr>
            <a:r>
              <a:rPr sz="800" b="1" spc="-10" dirty="0">
                <a:solidFill>
                  <a:srgbClr val="58595B"/>
                </a:solidFill>
                <a:latin typeface="Arial"/>
                <a:cs typeface="Arial"/>
              </a:rPr>
              <a:t>VERIFICAR</a:t>
            </a:r>
            <a:r>
              <a:rPr sz="800" b="1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58595B"/>
                </a:solidFill>
                <a:latin typeface="Arial"/>
                <a:cs typeface="Arial"/>
              </a:rPr>
              <a:t>A</a:t>
            </a:r>
            <a:r>
              <a:rPr sz="800" b="1" spc="-5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58595B"/>
                </a:solidFill>
                <a:latin typeface="Arial"/>
                <a:cs typeface="Arial"/>
              </a:rPr>
              <a:t>AUTENTICIDADE</a:t>
            </a:r>
            <a:r>
              <a:rPr sz="800" b="1" spc="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58595B"/>
                </a:solidFill>
                <a:latin typeface="Arial"/>
                <a:cs typeface="Arial"/>
              </a:rPr>
              <a:t>DESTE</a:t>
            </a:r>
            <a:r>
              <a:rPr sz="800" b="1" spc="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58595B"/>
                </a:solidFill>
                <a:latin typeface="Arial"/>
                <a:cs typeface="Arial"/>
              </a:rPr>
              <a:t>CERTIFICADO</a:t>
            </a:r>
            <a:endParaRPr sz="800">
              <a:latin typeface="Arial"/>
              <a:cs typeface="Arial"/>
            </a:endParaRPr>
          </a:p>
          <a:p>
            <a:pPr marL="78740" marR="158115" indent="-30480">
              <a:lnSpc>
                <a:spcPct val="106700"/>
              </a:lnSpc>
              <a:spcBef>
                <a:spcPts val="600"/>
              </a:spcBef>
            </a:pP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Professor</a:t>
            </a:r>
            <a:r>
              <a:rPr sz="800" b="1" spc="-3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/</a:t>
            </a:r>
            <a:r>
              <a:rPr sz="800" b="1" spc="-2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Empregador</a:t>
            </a:r>
            <a:r>
              <a:rPr sz="800" b="1" spc="-2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verifique</a:t>
            </a:r>
            <a:r>
              <a:rPr sz="800" b="1" spc="-3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a</a:t>
            </a:r>
            <a:r>
              <a:rPr sz="800" b="1" spc="-2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414042"/>
                </a:solidFill>
                <a:latin typeface="Arial"/>
                <a:cs typeface="Arial"/>
              </a:rPr>
              <a:t>autenticidade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deste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certificado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fazendo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a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leitura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do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QR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CODE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35"/>
              </a:lnSpc>
              <a:spcBef>
                <a:spcPts val="60"/>
              </a:spcBef>
            </a:pP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na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parte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da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frente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deste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414042"/>
                </a:solidFill>
                <a:latin typeface="Arial"/>
                <a:cs typeface="Arial"/>
              </a:rPr>
              <a:t>CERTIFICADO</a:t>
            </a:r>
            <a:endParaRPr sz="800">
              <a:latin typeface="Arial"/>
              <a:cs typeface="Arial"/>
            </a:endParaRPr>
          </a:p>
          <a:p>
            <a:pPr marL="24130" algn="ctr">
              <a:lnSpc>
                <a:spcPts val="935"/>
              </a:lnSpc>
            </a:pP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e</a:t>
            </a:r>
            <a:r>
              <a:rPr sz="800" b="1" spc="-20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confira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se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todos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os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dados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14042"/>
                </a:solidFill>
                <a:latin typeface="Arial"/>
                <a:cs typeface="Arial"/>
              </a:rPr>
              <a:t>deste</a:t>
            </a:r>
            <a:r>
              <a:rPr sz="800" b="1" spc="-15" dirty="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414042"/>
                </a:solidFill>
                <a:latin typeface="Arial"/>
                <a:cs typeface="Arial"/>
              </a:rPr>
              <a:t>certificado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F44A078-7130-4870-B8D3-0A59333D047D}"/>
              </a:ext>
            </a:extLst>
          </p:cNvPr>
          <p:cNvSpPr txBox="1"/>
          <p:nvPr/>
        </p:nvSpPr>
        <p:spPr>
          <a:xfrm>
            <a:off x="3855036" y="1151745"/>
            <a:ext cx="3904987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367790" algn="l">
              <a:lnSpc>
                <a:spcPts val="950"/>
              </a:lnSpc>
              <a:spcBef>
                <a:spcPts val="55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26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Phrasal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Verbs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Verbos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Preposicionais </a:t>
            </a:r>
          </a:p>
          <a:p>
            <a:pPr marL="12700" marR="1367790" algn="l">
              <a:lnSpc>
                <a:spcPts val="950"/>
              </a:lnSpc>
              <a:spcBef>
                <a:spcPts val="55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27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Profissões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Occupations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880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28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Falando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Sobre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Dinheiro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5" dirty="0" err="1">
                <a:solidFill>
                  <a:srgbClr val="231F20"/>
                </a:solidFill>
                <a:latin typeface="Arial MT"/>
                <a:cs typeface="Arial MT"/>
              </a:rPr>
              <a:t>Talking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About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Money</a:t>
            </a:r>
            <a:endParaRPr lang="pt-BR" sz="850" dirty="0">
              <a:latin typeface="Arial MT"/>
              <a:cs typeface="Arial MT"/>
            </a:endParaRPr>
          </a:p>
          <a:p>
            <a:pPr marL="12700" marR="907415" algn="l">
              <a:lnSpc>
                <a:spcPts val="950"/>
              </a:lnSpc>
              <a:spcBef>
                <a:spcPts val="50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29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Pronomes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Adjetivos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Possessivos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Inglês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30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Adjetivos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Pronomes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Demonstrativos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Inglês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31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Falando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Sobre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Roupas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5" dirty="0" err="1">
                <a:solidFill>
                  <a:srgbClr val="231F20"/>
                </a:solidFill>
                <a:latin typeface="Arial MT"/>
                <a:cs typeface="Arial MT"/>
              </a:rPr>
              <a:t>Talking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About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Clothes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32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In,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On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At,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Como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Quando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Usá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5" dirty="0" err="1">
                <a:solidFill>
                  <a:srgbClr val="231F20"/>
                </a:solidFill>
                <a:latin typeface="Arial MT"/>
                <a:cs typeface="Arial MT"/>
              </a:rPr>
              <a:t>los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880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33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Respostas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Curtas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Short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Answers</a:t>
            </a:r>
            <a:endParaRPr lang="pt-BR" sz="850" dirty="0">
              <a:latin typeface="Arial MT"/>
              <a:cs typeface="Arial MT"/>
            </a:endParaRPr>
          </a:p>
          <a:p>
            <a:pPr marL="12700" marR="861694" algn="l">
              <a:lnSpc>
                <a:spcPts val="950"/>
              </a:lnSpc>
              <a:spcBef>
                <a:spcPts val="55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34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Can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,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Could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,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May,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Might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,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Como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Quando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Usá-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los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35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um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Restaurante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Restaurant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885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36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Trabalhando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um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Restaurante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Working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Restaurant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944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37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Falando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Sobre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Minha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Casa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5" dirty="0" err="1">
                <a:solidFill>
                  <a:srgbClr val="231F20"/>
                </a:solidFill>
                <a:latin typeface="Arial MT"/>
                <a:cs typeface="Arial MT"/>
              </a:rPr>
              <a:t>Talking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About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My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House</a:t>
            </a:r>
            <a:endParaRPr lang="pt-BR" sz="850" dirty="0">
              <a:latin typeface="Arial MT"/>
              <a:cs typeface="Arial MT"/>
            </a:endParaRPr>
          </a:p>
          <a:p>
            <a:pPr marL="12700" marR="173355" algn="l">
              <a:lnSpc>
                <a:spcPts val="950"/>
              </a:lnSpc>
              <a:spcBef>
                <a:spcPts val="55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38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Falando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Sobre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Minha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Casa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5" dirty="0" err="1">
                <a:solidFill>
                  <a:srgbClr val="231F20"/>
                </a:solidFill>
                <a:latin typeface="Arial MT"/>
                <a:cs typeface="Arial MT"/>
              </a:rPr>
              <a:t>Talking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About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My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House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Parte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2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 Aula</a:t>
            </a:r>
            <a:r>
              <a:rPr lang="pt-BR" sz="850" spc="-4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39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Diferenças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Entre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60" dirty="0" err="1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Meet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60" dirty="0" err="1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0" dirty="0" err="1">
                <a:solidFill>
                  <a:srgbClr val="231F20"/>
                </a:solidFill>
                <a:latin typeface="Arial MT"/>
                <a:cs typeface="Arial MT"/>
              </a:rPr>
              <a:t>Find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885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40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Falando Sobre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Relacionamento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25" dirty="0" err="1">
                <a:solidFill>
                  <a:srgbClr val="231F20"/>
                </a:solidFill>
                <a:latin typeface="Arial MT"/>
                <a:cs typeface="Arial MT"/>
              </a:rPr>
              <a:t>Talking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About</a:t>
            </a:r>
            <a:r>
              <a:rPr lang="pt-BR" sz="850" spc="-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Relationship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944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41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Diálogo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no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Aeroporto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Airport</a:t>
            </a:r>
            <a:endParaRPr lang="pt-BR" sz="850" dirty="0">
              <a:latin typeface="Arial MT"/>
              <a:cs typeface="Arial MT"/>
            </a:endParaRPr>
          </a:p>
          <a:p>
            <a:pPr marL="12700" marR="1008380" algn="l">
              <a:lnSpc>
                <a:spcPts val="950"/>
              </a:lnSpc>
              <a:spcBef>
                <a:spcPts val="50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42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Diálogo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no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Aeroporto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Airport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Parte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2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 Aula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43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No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Avião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On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Plane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885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44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At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School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Na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Escola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944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45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No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Hospital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At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Hospital</a:t>
            </a:r>
            <a:endParaRPr lang="pt-BR" sz="850" dirty="0">
              <a:latin typeface="Arial MT"/>
              <a:cs typeface="Arial MT"/>
            </a:endParaRPr>
          </a:p>
          <a:p>
            <a:pPr marL="12700" marR="243840" algn="l">
              <a:lnSpc>
                <a:spcPts val="950"/>
              </a:lnSpc>
              <a:spcBef>
                <a:spcPts val="55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46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Doenças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Tratamentos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Diseases</a:t>
            </a:r>
            <a:r>
              <a:rPr lang="pt-BR" sz="85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and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Treatments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47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Descrevendo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uma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Pessoa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Describing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People</a:t>
            </a:r>
            <a:endParaRPr lang="pt-BR" sz="850" dirty="0">
              <a:latin typeface="Arial MT"/>
              <a:cs typeface="Arial MT"/>
            </a:endParaRPr>
          </a:p>
          <a:p>
            <a:pPr marL="12700" algn="l">
              <a:lnSpc>
                <a:spcPts val="885"/>
              </a:lnSpc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48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Descrevendo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uma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Pessoa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Describing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People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Parte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50" dirty="0">
                <a:solidFill>
                  <a:srgbClr val="231F20"/>
                </a:solidFill>
                <a:latin typeface="Arial MT"/>
                <a:cs typeface="Arial MT"/>
              </a:rPr>
              <a:t>2</a:t>
            </a:r>
            <a:endParaRPr lang="pt-BR" sz="850" dirty="0">
              <a:latin typeface="Arial MT"/>
              <a:cs typeface="Arial MT"/>
            </a:endParaRPr>
          </a:p>
          <a:p>
            <a:pPr marL="12700" marR="1598930" algn="l">
              <a:lnSpc>
                <a:spcPts val="950"/>
              </a:lnSpc>
              <a:spcBef>
                <a:spcPts val="55"/>
              </a:spcBef>
            </a:pP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49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Usando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Other,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 err="1">
                <a:solidFill>
                  <a:srgbClr val="231F20"/>
                </a:solidFill>
                <a:latin typeface="Arial MT"/>
                <a:cs typeface="Arial MT"/>
              </a:rPr>
              <a:t>Others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</a:t>
            </a:r>
            <a:r>
              <a:rPr lang="pt-BR" sz="85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 err="1">
                <a:solidFill>
                  <a:srgbClr val="231F20"/>
                </a:solidFill>
                <a:latin typeface="Arial MT"/>
                <a:cs typeface="Arial MT"/>
              </a:rPr>
              <a:t>Another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Aula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50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Clima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em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Inglês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–</a:t>
            </a:r>
            <a:r>
              <a:rPr lang="pt-BR" sz="850" spc="-2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lang="pt-BR" sz="85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lang="pt-BR" sz="850" spc="-10" dirty="0">
                <a:solidFill>
                  <a:srgbClr val="231F20"/>
                </a:solidFill>
                <a:latin typeface="Arial MT"/>
                <a:cs typeface="Arial MT"/>
              </a:rPr>
              <a:t>Weather</a:t>
            </a:r>
            <a:endParaRPr lang="pt-BR" sz="8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710</Words>
  <Application>Microsoft Office PowerPoint</Application>
  <PresentationFormat>Personalizar</PresentationFormat>
  <Paragraphs>62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Arial</vt:lpstr>
      <vt:lpstr>Arial MT</vt:lpstr>
      <vt:lpstr>Calibri</vt:lpstr>
      <vt:lpstr>Gabriola</vt:lpstr>
      <vt:lpstr>Lucida Sans Unicode</vt:lpstr>
      <vt:lpstr>Tahoma</vt:lpstr>
      <vt:lpstr>Trebuchet MS</vt:lpstr>
      <vt:lpstr>Office Theme</vt:lpstr>
      <vt:lpstr>Certificamos que o aluno:</vt:lpstr>
      <vt:lpstr>CONTEÚDO PROGRAMÁTICO DO CURSO DE INGLÊS BÁSICO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ingles-basico.cdr</dc:title>
  <dc:creator>user</dc:creator>
  <cp:lastModifiedBy>Alexander Soares</cp:lastModifiedBy>
  <cp:revision>13</cp:revision>
  <dcterms:created xsi:type="dcterms:W3CDTF">2026-03-08T18:06:09Z</dcterms:created>
  <dcterms:modified xsi:type="dcterms:W3CDTF">2026-06-19T21:42:41Z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2023-10-25T00:00:00Z</vt:filetime>
  </property>
  <property fmtid="{D5CDD505-2E9C-101B-9397-08002B2CF9AE}" pid="3" name="Creator">
    <vt:lpwstr>CorelDRAW 2022</vt:lpwstr>
  </property>
  <property fmtid="{D5CDD505-2E9C-101B-9397-08002B2CF9AE}" pid="4" name="LastSaved">
    <vt:filetime>2026-03-08T00:00:00Z</vt:filetime>
  </property>
  <property fmtid="{D5CDD505-2E9C-101B-9397-08002B2CF9AE}" pid="5" name="Producer">
    <vt:lpwstr>Corel PDF Engine Version 24.4.0.636</vt:lpwstr>
  </property>
</Properties>
</file>